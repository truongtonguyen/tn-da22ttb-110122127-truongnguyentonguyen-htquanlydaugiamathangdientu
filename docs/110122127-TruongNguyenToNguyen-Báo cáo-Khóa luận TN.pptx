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3" r:id="rId4"/>
    <p:sldId id="258" r:id="rId5"/>
    <p:sldId id="259" r:id="rId6"/>
    <p:sldId id="260" r:id="rId7"/>
    <p:sldId id="262" r:id="rId8"/>
    <p:sldId id="264" r:id="rId9"/>
    <p:sldId id="261" r:id="rId10"/>
    <p:sldId id="271" r:id="rId11"/>
    <p:sldId id="272" r:id="rId12"/>
    <p:sldId id="274" r:id="rId13"/>
    <p:sldId id="275" r:id="rId14"/>
    <p:sldId id="265" r:id="rId15"/>
    <p:sldId id="269" r:id="rId16"/>
  </p:sldIdLst>
  <p:sldSz cx="9144000" cy="5143500" type="screen16x9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48C11F8-D3E3-410E-9333-5D40EB1C1B15}">
          <p14:sldIdLst>
            <p14:sldId id="256"/>
            <p14:sldId id="257"/>
            <p14:sldId id="273"/>
            <p14:sldId id="258"/>
            <p14:sldId id="259"/>
            <p14:sldId id="260"/>
            <p14:sldId id="262"/>
            <p14:sldId id="264"/>
            <p14:sldId id="261"/>
            <p14:sldId id="271"/>
            <p14:sldId id="272"/>
            <p14:sldId id="274"/>
            <p14:sldId id="275"/>
            <p14:sldId id="265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4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8BCE06-DC01-4404-BB88-82118F689A3E}" type="datetimeFigureOut">
              <a:rPr lang="vi-VN" smtClean="0"/>
              <a:t>22/07/2026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184B33-0608-452E-AA1F-2691FC844A4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33737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184B33-0608-452E-AA1F-2691FC844A4A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69908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184B33-0608-452E-AA1F-2691FC844A4A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27848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gradFill rotWithShape="0">
          <a:gsLst>
            <a:gs pos="0">
              <a:srgbClr val="0D092A"/>
            </a:gs>
            <a:gs pos="100000">
              <a:srgbClr val="3333B8"/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13160" y="1141560"/>
            <a:ext cx="4639680" cy="223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">
    <p:bg>
      <p:bgPr>
        <a:gradFill rotWithShape="0">
          <a:gsLst>
            <a:gs pos="0">
              <a:srgbClr val="0D092A"/>
            </a:gs>
            <a:gs pos="100000">
              <a:srgbClr val="3333B8"/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26480" y="720360"/>
            <a:ext cx="4738320" cy="897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5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Google Shape;141;p28"/>
          <p:cNvSpPr/>
          <p:nvPr/>
        </p:nvSpPr>
        <p:spPr>
          <a:xfrm flipH="1">
            <a:off x="713160" y="4205160"/>
            <a:ext cx="4284000" cy="47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rchivo"/>
                <a:ea typeface="Archivo"/>
              </a:rPr>
              <a:t>CREDITS: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Archivo"/>
                <a:ea typeface="Archivo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rchivo"/>
                <a:ea typeface="Archivo"/>
              </a:rPr>
              <a:t>, and includes icons, infographics and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Archivo"/>
                <a:ea typeface="Archivo"/>
                <a:hlinkClick r:id="rId3"/>
              </a:rPr>
              <a:t>Freepik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gradFill rotWithShape="0">
          <a:gsLst>
            <a:gs pos="0">
              <a:srgbClr val="0D092A"/>
            </a:gs>
            <a:gs pos="100000">
              <a:srgbClr val="3333B8"/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20000" y="539280"/>
            <a:ext cx="7703640" cy="47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47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tx1"/>
            </a:gs>
            <a:gs pos="100000">
              <a:srgbClr val="3333B8"/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0F78E1EA-18F5-B18F-0E1B-690C79193CA0}"/>
              </a:ext>
            </a:extLst>
          </p:cNvPr>
          <p:cNvSpPr/>
          <p:nvPr/>
        </p:nvSpPr>
        <p:spPr>
          <a:xfrm>
            <a:off x="104140" y="81280"/>
            <a:ext cx="953473" cy="962409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8" name="Google Shape;154;p32"/>
          <p:cNvGrpSpPr/>
          <p:nvPr/>
        </p:nvGrpSpPr>
        <p:grpSpPr>
          <a:xfrm>
            <a:off x="5063760" y="191880"/>
            <a:ext cx="4239360" cy="4929120"/>
            <a:chOff x="5063760" y="191880"/>
            <a:chExt cx="4239360" cy="4929120"/>
          </a:xfrm>
        </p:grpSpPr>
        <p:sp>
          <p:nvSpPr>
            <p:cNvPr id="9" name="Google Shape;155;p32"/>
            <p:cNvSpPr/>
            <p:nvPr/>
          </p:nvSpPr>
          <p:spPr>
            <a:xfrm>
              <a:off x="5080680" y="679680"/>
              <a:ext cx="859320" cy="928440"/>
            </a:xfrm>
            <a:custGeom>
              <a:avLst/>
              <a:gdLst>
                <a:gd name="textAreaLeft" fmla="*/ 0 w 859320"/>
                <a:gd name="textAreaRight" fmla="*/ 859680 w 859320"/>
                <a:gd name="textAreaTop" fmla="*/ 0 h 928440"/>
                <a:gd name="textAreaBottom" fmla="*/ 928800 h 928440"/>
              </a:gdLst>
              <a:ahLst/>
              <a:cxnLst/>
              <a:rect l="textAreaLeft" t="textAreaTop" r="textAreaRight" b="textAreaBottom"/>
              <a:pathLst>
                <a:path w="31123" h="33625">
                  <a:moveTo>
                    <a:pt x="2402" y="0"/>
                  </a:moveTo>
                  <a:cubicBezTo>
                    <a:pt x="1101" y="0"/>
                    <a:pt x="0" y="1068"/>
                    <a:pt x="0" y="2402"/>
                  </a:cubicBezTo>
                  <a:lnTo>
                    <a:pt x="0" y="31256"/>
                  </a:lnTo>
                  <a:cubicBezTo>
                    <a:pt x="0" y="32557"/>
                    <a:pt x="1034" y="33624"/>
                    <a:pt x="2402" y="33624"/>
                  </a:cubicBezTo>
                  <a:lnTo>
                    <a:pt x="28687" y="33624"/>
                  </a:lnTo>
                  <a:cubicBezTo>
                    <a:pt x="30022" y="33624"/>
                    <a:pt x="31122" y="32557"/>
                    <a:pt x="31122" y="31256"/>
                  </a:cubicBezTo>
                  <a:lnTo>
                    <a:pt x="31122" y="2402"/>
                  </a:lnTo>
                  <a:cubicBezTo>
                    <a:pt x="31122" y="1101"/>
                    <a:pt x="30088" y="0"/>
                    <a:pt x="28754" y="0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156;p32"/>
            <p:cNvSpPr/>
            <p:nvPr/>
          </p:nvSpPr>
          <p:spPr>
            <a:xfrm>
              <a:off x="5124600" y="641160"/>
              <a:ext cx="858600" cy="928440"/>
            </a:xfrm>
            <a:custGeom>
              <a:avLst/>
              <a:gdLst>
                <a:gd name="textAreaLeft" fmla="*/ 0 w 858600"/>
                <a:gd name="textAreaRight" fmla="*/ 858960 w 858600"/>
                <a:gd name="textAreaTop" fmla="*/ 0 h 928440"/>
                <a:gd name="textAreaBottom" fmla="*/ 928800 h 928440"/>
              </a:gdLst>
              <a:ahLst/>
              <a:cxnLst/>
              <a:rect l="textAreaLeft" t="textAreaTop" r="textAreaRight" b="textAreaBottom"/>
              <a:pathLst>
                <a:path w="31090" h="33625">
                  <a:moveTo>
                    <a:pt x="2369" y="0"/>
                  </a:moveTo>
                  <a:cubicBezTo>
                    <a:pt x="1068" y="0"/>
                    <a:pt x="0" y="1034"/>
                    <a:pt x="0" y="2369"/>
                  </a:cubicBezTo>
                  <a:lnTo>
                    <a:pt x="0" y="31223"/>
                  </a:lnTo>
                  <a:cubicBezTo>
                    <a:pt x="0" y="32524"/>
                    <a:pt x="1034" y="33624"/>
                    <a:pt x="2369" y="33624"/>
                  </a:cubicBezTo>
                  <a:lnTo>
                    <a:pt x="28721" y="33624"/>
                  </a:lnTo>
                  <a:cubicBezTo>
                    <a:pt x="30022" y="33624"/>
                    <a:pt x="31089" y="32524"/>
                    <a:pt x="31089" y="31223"/>
                  </a:cubicBezTo>
                  <a:lnTo>
                    <a:pt x="31089" y="2369"/>
                  </a:lnTo>
                  <a:cubicBezTo>
                    <a:pt x="31089" y="1068"/>
                    <a:pt x="30055" y="0"/>
                    <a:pt x="28721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157;p32"/>
            <p:cNvSpPr/>
            <p:nvPr/>
          </p:nvSpPr>
          <p:spPr>
            <a:xfrm>
              <a:off x="5195880" y="732240"/>
              <a:ext cx="317520" cy="745200"/>
            </a:xfrm>
            <a:custGeom>
              <a:avLst/>
              <a:gdLst>
                <a:gd name="textAreaLeft" fmla="*/ 0 w 317520"/>
                <a:gd name="textAreaRight" fmla="*/ 317880 w 317520"/>
                <a:gd name="textAreaTop" fmla="*/ 0 h 745200"/>
                <a:gd name="textAreaBottom" fmla="*/ 745560 h 745200"/>
              </a:gdLst>
              <a:ahLst/>
              <a:cxnLst/>
              <a:rect l="textAreaLeft" t="textAreaTop" r="textAreaRight" b="textAreaBottom"/>
              <a:pathLst>
                <a:path w="11510" h="26987">
                  <a:moveTo>
                    <a:pt x="2136" y="1"/>
                  </a:moveTo>
                  <a:cubicBezTo>
                    <a:pt x="968" y="1"/>
                    <a:pt x="1" y="968"/>
                    <a:pt x="1" y="2102"/>
                  </a:cubicBezTo>
                  <a:lnTo>
                    <a:pt x="1" y="24852"/>
                  </a:lnTo>
                  <a:cubicBezTo>
                    <a:pt x="1" y="26019"/>
                    <a:pt x="968" y="26987"/>
                    <a:pt x="2136" y="26987"/>
                  </a:cubicBezTo>
                  <a:lnTo>
                    <a:pt x="9408" y="26987"/>
                  </a:lnTo>
                  <a:cubicBezTo>
                    <a:pt x="10575" y="26987"/>
                    <a:pt x="11476" y="26019"/>
                    <a:pt x="11509" y="24852"/>
                  </a:cubicBezTo>
                  <a:lnTo>
                    <a:pt x="11509" y="2102"/>
                  </a:lnTo>
                  <a:cubicBezTo>
                    <a:pt x="11509" y="935"/>
                    <a:pt x="10575" y="1"/>
                    <a:pt x="9408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" name="Google Shape;158;p32"/>
            <p:cNvSpPr/>
            <p:nvPr/>
          </p:nvSpPr>
          <p:spPr>
            <a:xfrm>
              <a:off x="5586480" y="778320"/>
              <a:ext cx="325080" cy="13320"/>
            </a:xfrm>
            <a:custGeom>
              <a:avLst/>
              <a:gdLst>
                <a:gd name="textAreaLeft" fmla="*/ 0 w 325080"/>
                <a:gd name="textAreaRight" fmla="*/ 325440 w 325080"/>
                <a:gd name="textAreaTop" fmla="*/ 0 h 13320"/>
                <a:gd name="textAreaBottom" fmla="*/ 13680 h 13320"/>
              </a:gdLst>
              <a:ahLst/>
              <a:cxnLst/>
              <a:rect l="textAreaLeft" t="textAreaTop" r="textAreaRight" b="textAreaBottom"/>
              <a:pathLst>
                <a:path w="11776" h="501">
                  <a:moveTo>
                    <a:pt x="267" y="1"/>
                  </a:moveTo>
                  <a:cubicBezTo>
                    <a:pt x="134" y="1"/>
                    <a:pt x="0" y="134"/>
                    <a:pt x="0" y="234"/>
                  </a:cubicBezTo>
                  <a:cubicBezTo>
                    <a:pt x="0" y="367"/>
                    <a:pt x="134" y="501"/>
                    <a:pt x="267" y="501"/>
                  </a:cubicBezTo>
                  <a:lnTo>
                    <a:pt x="11508" y="501"/>
                  </a:lnTo>
                  <a:cubicBezTo>
                    <a:pt x="11642" y="501"/>
                    <a:pt x="11775" y="401"/>
                    <a:pt x="11775" y="234"/>
                  </a:cubicBezTo>
                  <a:cubicBezTo>
                    <a:pt x="11775" y="101"/>
                    <a:pt x="11642" y="1"/>
                    <a:pt x="11508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" name="Google Shape;159;p32"/>
            <p:cNvSpPr/>
            <p:nvPr/>
          </p:nvSpPr>
          <p:spPr>
            <a:xfrm>
              <a:off x="5586480" y="867960"/>
              <a:ext cx="325080" cy="13320"/>
            </a:xfrm>
            <a:custGeom>
              <a:avLst/>
              <a:gdLst>
                <a:gd name="textAreaLeft" fmla="*/ 0 w 325080"/>
                <a:gd name="textAreaRight" fmla="*/ 325440 w 325080"/>
                <a:gd name="textAreaTop" fmla="*/ 0 h 13320"/>
                <a:gd name="textAreaBottom" fmla="*/ 13680 h 13320"/>
              </a:gdLst>
              <a:ahLst/>
              <a:cxnLst/>
              <a:rect l="textAreaLeft" t="textAreaTop" r="textAreaRight" b="textAreaBottom"/>
              <a:pathLst>
                <a:path w="11776" h="501">
                  <a:moveTo>
                    <a:pt x="267" y="0"/>
                  </a:moveTo>
                  <a:cubicBezTo>
                    <a:pt x="134" y="0"/>
                    <a:pt x="0" y="134"/>
                    <a:pt x="0" y="267"/>
                  </a:cubicBezTo>
                  <a:cubicBezTo>
                    <a:pt x="0" y="400"/>
                    <a:pt x="134" y="501"/>
                    <a:pt x="267" y="501"/>
                  </a:cubicBezTo>
                  <a:lnTo>
                    <a:pt x="11508" y="501"/>
                  </a:lnTo>
                  <a:cubicBezTo>
                    <a:pt x="11642" y="501"/>
                    <a:pt x="11775" y="434"/>
                    <a:pt x="11775" y="267"/>
                  </a:cubicBezTo>
                  <a:cubicBezTo>
                    <a:pt x="11775" y="134"/>
                    <a:pt x="11642" y="0"/>
                    <a:pt x="11508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" name="Google Shape;160;p32"/>
            <p:cNvSpPr/>
            <p:nvPr/>
          </p:nvSpPr>
          <p:spPr>
            <a:xfrm>
              <a:off x="5586480" y="957960"/>
              <a:ext cx="325080" cy="13320"/>
            </a:xfrm>
            <a:custGeom>
              <a:avLst/>
              <a:gdLst>
                <a:gd name="textAreaLeft" fmla="*/ 0 w 325080"/>
                <a:gd name="textAreaRight" fmla="*/ 325440 w 325080"/>
                <a:gd name="textAreaTop" fmla="*/ 0 h 13320"/>
                <a:gd name="textAreaBottom" fmla="*/ 13680 h 13320"/>
              </a:gdLst>
              <a:ahLst/>
              <a:cxnLst/>
              <a:rect l="textAreaLeft" t="textAreaTop" r="textAreaRight" b="textAreaBottom"/>
              <a:pathLst>
                <a:path w="11776" h="501">
                  <a:moveTo>
                    <a:pt x="267" y="0"/>
                  </a:moveTo>
                  <a:cubicBezTo>
                    <a:pt x="134" y="0"/>
                    <a:pt x="0" y="134"/>
                    <a:pt x="0" y="234"/>
                  </a:cubicBezTo>
                  <a:cubicBezTo>
                    <a:pt x="0" y="367"/>
                    <a:pt x="134" y="501"/>
                    <a:pt x="267" y="501"/>
                  </a:cubicBezTo>
                  <a:lnTo>
                    <a:pt x="11508" y="501"/>
                  </a:lnTo>
                  <a:cubicBezTo>
                    <a:pt x="11642" y="501"/>
                    <a:pt x="11775" y="400"/>
                    <a:pt x="11775" y="234"/>
                  </a:cubicBezTo>
                  <a:cubicBezTo>
                    <a:pt x="11775" y="100"/>
                    <a:pt x="11642" y="0"/>
                    <a:pt x="11508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" name="Google Shape;161;p32"/>
            <p:cNvSpPr/>
            <p:nvPr/>
          </p:nvSpPr>
          <p:spPr>
            <a:xfrm>
              <a:off x="7382880" y="1647000"/>
              <a:ext cx="772920" cy="911160"/>
            </a:xfrm>
            <a:custGeom>
              <a:avLst/>
              <a:gdLst>
                <a:gd name="textAreaLeft" fmla="*/ 0 w 772920"/>
                <a:gd name="textAreaRight" fmla="*/ 773280 w 772920"/>
                <a:gd name="textAreaTop" fmla="*/ 0 h 911160"/>
                <a:gd name="textAreaBottom" fmla="*/ 911520 h 911160"/>
              </a:gdLst>
              <a:ahLst/>
              <a:cxnLst/>
              <a:rect l="textAreaLeft" t="textAreaTop" r="textAreaRight" b="textAreaBottom"/>
              <a:pathLst>
                <a:path w="27988" h="32991">
                  <a:moveTo>
                    <a:pt x="2302" y="0"/>
                  </a:moveTo>
                  <a:cubicBezTo>
                    <a:pt x="1035" y="0"/>
                    <a:pt x="1" y="1068"/>
                    <a:pt x="1" y="2302"/>
                  </a:cubicBezTo>
                  <a:lnTo>
                    <a:pt x="1" y="30689"/>
                  </a:lnTo>
                  <a:cubicBezTo>
                    <a:pt x="1" y="31956"/>
                    <a:pt x="1035" y="32990"/>
                    <a:pt x="2302" y="32990"/>
                  </a:cubicBezTo>
                  <a:lnTo>
                    <a:pt x="25686" y="32990"/>
                  </a:lnTo>
                  <a:cubicBezTo>
                    <a:pt x="26953" y="32990"/>
                    <a:pt x="27987" y="31990"/>
                    <a:pt x="27987" y="30689"/>
                  </a:cubicBezTo>
                  <a:lnTo>
                    <a:pt x="27987" y="2302"/>
                  </a:lnTo>
                  <a:cubicBezTo>
                    <a:pt x="27987" y="1068"/>
                    <a:pt x="26953" y="0"/>
                    <a:pt x="25686" y="0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" name="Google Shape;162;p32"/>
            <p:cNvSpPr/>
            <p:nvPr/>
          </p:nvSpPr>
          <p:spPr>
            <a:xfrm>
              <a:off x="7441200" y="1595520"/>
              <a:ext cx="771840" cy="911160"/>
            </a:xfrm>
            <a:custGeom>
              <a:avLst/>
              <a:gdLst>
                <a:gd name="textAreaLeft" fmla="*/ 0 w 771840"/>
                <a:gd name="textAreaRight" fmla="*/ 772200 w 771840"/>
                <a:gd name="textAreaTop" fmla="*/ 0 h 911160"/>
                <a:gd name="textAreaBottom" fmla="*/ 911520 h 911160"/>
              </a:gdLst>
              <a:ahLst/>
              <a:cxnLst/>
              <a:rect l="textAreaLeft" t="textAreaTop" r="textAreaRight" b="textAreaBottom"/>
              <a:pathLst>
                <a:path w="27954" h="32991">
                  <a:moveTo>
                    <a:pt x="2268" y="0"/>
                  </a:moveTo>
                  <a:cubicBezTo>
                    <a:pt x="1034" y="0"/>
                    <a:pt x="0" y="1034"/>
                    <a:pt x="0" y="2302"/>
                  </a:cubicBezTo>
                  <a:lnTo>
                    <a:pt x="0" y="30689"/>
                  </a:lnTo>
                  <a:cubicBezTo>
                    <a:pt x="0" y="31956"/>
                    <a:pt x="1034" y="32990"/>
                    <a:pt x="2268" y="32990"/>
                  </a:cubicBezTo>
                  <a:lnTo>
                    <a:pt x="25685" y="32990"/>
                  </a:lnTo>
                  <a:cubicBezTo>
                    <a:pt x="26919" y="32990"/>
                    <a:pt x="27953" y="31956"/>
                    <a:pt x="27953" y="30689"/>
                  </a:cubicBezTo>
                  <a:lnTo>
                    <a:pt x="27953" y="2302"/>
                  </a:lnTo>
                  <a:cubicBezTo>
                    <a:pt x="27953" y="1034"/>
                    <a:pt x="26919" y="0"/>
                    <a:pt x="2568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" name="Google Shape;163;p32"/>
            <p:cNvSpPr/>
            <p:nvPr/>
          </p:nvSpPr>
          <p:spPr>
            <a:xfrm>
              <a:off x="7535160" y="1723680"/>
              <a:ext cx="240120" cy="439200"/>
            </a:xfrm>
            <a:custGeom>
              <a:avLst/>
              <a:gdLst>
                <a:gd name="textAreaLeft" fmla="*/ 0 w 240120"/>
                <a:gd name="textAreaRight" fmla="*/ 240480 w 240120"/>
                <a:gd name="textAreaTop" fmla="*/ 0 h 439200"/>
                <a:gd name="textAreaBottom" fmla="*/ 439560 h 439200"/>
              </a:gdLst>
              <a:ahLst/>
              <a:cxnLst/>
              <a:rect l="textAreaLeft" t="textAreaTop" r="textAreaRight" b="textAreaBottom"/>
              <a:pathLst>
                <a:path w="8707" h="15913">
                  <a:moveTo>
                    <a:pt x="1668" y="1"/>
                  </a:moveTo>
                  <a:cubicBezTo>
                    <a:pt x="768" y="1"/>
                    <a:pt x="1" y="735"/>
                    <a:pt x="1" y="1669"/>
                  </a:cubicBezTo>
                  <a:lnTo>
                    <a:pt x="1" y="14244"/>
                  </a:lnTo>
                  <a:cubicBezTo>
                    <a:pt x="1" y="15178"/>
                    <a:pt x="768" y="15912"/>
                    <a:pt x="1668" y="15912"/>
                  </a:cubicBezTo>
                  <a:lnTo>
                    <a:pt x="7039" y="15912"/>
                  </a:lnTo>
                  <a:cubicBezTo>
                    <a:pt x="7973" y="15912"/>
                    <a:pt x="8707" y="15178"/>
                    <a:pt x="8707" y="14244"/>
                  </a:cubicBezTo>
                  <a:lnTo>
                    <a:pt x="8707" y="1669"/>
                  </a:lnTo>
                  <a:cubicBezTo>
                    <a:pt x="8707" y="735"/>
                    <a:pt x="7973" y="1"/>
                    <a:pt x="7039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" name="Google Shape;164;p32"/>
            <p:cNvSpPr/>
            <p:nvPr/>
          </p:nvSpPr>
          <p:spPr>
            <a:xfrm>
              <a:off x="7878600" y="1723680"/>
              <a:ext cx="240120" cy="439200"/>
            </a:xfrm>
            <a:custGeom>
              <a:avLst/>
              <a:gdLst>
                <a:gd name="textAreaLeft" fmla="*/ 0 w 240120"/>
                <a:gd name="textAreaRight" fmla="*/ 240480 w 240120"/>
                <a:gd name="textAreaTop" fmla="*/ 0 h 439200"/>
                <a:gd name="textAreaBottom" fmla="*/ 439560 h 439200"/>
              </a:gdLst>
              <a:ahLst/>
              <a:cxnLst/>
              <a:rect l="textAreaLeft" t="textAreaTop" r="textAreaRight" b="textAreaBottom"/>
              <a:pathLst>
                <a:path w="8707" h="15913">
                  <a:moveTo>
                    <a:pt x="1669" y="1"/>
                  </a:moveTo>
                  <a:cubicBezTo>
                    <a:pt x="735" y="1"/>
                    <a:pt x="1" y="735"/>
                    <a:pt x="1" y="1669"/>
                  </a:cubicBezTo>
                  <a:lnTo>
                    <a:pt x="1" y="14244"/>
                  </a:lnTo>
                  <a:cubicBezTo>
                    <a:pt x="1" y="15178"/>
                    <a:pt x="735" y="15912"/>
                    <a:pt x="1669" y="15912"/>
                  </a:cubicBezTo>
                  <a:lnTo>
                    <a:pt x="7039" y="15912"/>
                  </a:lnTo>
                  <a:cubicBezTo>
                    <a:pt x="7940" y="15912"/>
                    <a:pt x="8707" y="15178"/>
                    <a:pt x="8707" y="14244"/>
                  </a:cubicBezTo>
                  <a:lnTo>
                    <a:pt x="8707" y="1669"/>
                  </a:lnTo>
                  <a:cubicBezTo>
                    <a:pt x="8707" y="735"/>
                    <a:pt x="7940" y="1"/>
                    <a:pt x="7039" y="1"/>
                  </a:cubicBezTo>
                  <a:close/>
                </a:path>
              </a:pathLst>
            </a:custGeom>
            <a:solidFill>
              <a:srgbClr val="35CFD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" name="Google Shape;165;p32"/>
            <p:cNvSpPr/>
            <p:nvPr/>
          </p:nvSpPr>
          <p:spPr>
            <a:xfrm>
              <a:off x="7576560" y="2225880"/>
              <a:ext cx="501120" cy="27360"/>
            </a:xfrm>
            <a:custGeom>
              <a:avLst/>
              <a:gdLst>
                <a:gd name="textAreaLeft" fmla="*/ 0 w 501120"/>
                <a:gd name="textAreaRight" fmla="*/ 501480 w 50112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18147" h="1002">
                  <a:moveTo>
                    <a:pt x="501" y="0"/>
                  </a:moveTo>
                  <a:cubicBezTo>
                    <a:pt x="201" y="0"/>
                    <a:pt x="1" y="201"/>
                    <a:pt x="1" y="501"/>
                  </a:cubicBezTo>
                  <a:cubicBezTo>
                    <a:pt x="1" y="801"/>
                    <a:pt x="201" y="1001"/>
                    <a:pt x="501" y="1001"/>
                  </a:cubicBezTo>
                  <a:lnTo>
                    <a:pt x="17613" y="1001"/>
                  </a:lnTo>
                  <a:cubicBezTo>
                    <a:pt x="17880" y="1001"/>
                    <a:pt x="18147" y="734"/>
                    <a:pt x="18114" y="501"/>
                  </a:cubicBezTo>
                  <a:cubicBezTo>
                    <a:pt x="18114" y="201"/>
                    <a:pt x="17880" y="0"/>
                    <a:pt x="176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" name="Google Shape;166;p32"/>
            <p:cNvSpPr/>
            <p:nvPr/>
          </p:nvSpPr>
          <p:spPr>
            <a:xfrm>
              <a:off x="7588440" y="2295000"/>
              <a:ext cx="478800" cy="2736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17346" h="1001">
                  <a:moveTo>
                    <a:pt x="501" y="0"/>
                  </a:moveTo>
                  <a:cubicBezTo>
                    <a:pt x="200" y="0"/>
                    <a:pt x="0" y="200"/>
                    <a:pt x="0" y="501"/>
                  </a:cubicBezTo>
                  <a:cubicBezTo>
                    <a:pt x="0" y="801"/>
                    <a:pt x="200" y="1001"/>
                    <a:pt x="501" y="1001"/>
                  </a:cubicBezTo>
                  <a:lnTo>
                    <a:pt x="16779" y="1001"/>
                  </a:lnTo>
                  <a:cubicBezTo>
                    <a:pt x="17079" y="1001"/>
                    <a:pt x="17279" y="734"/>
                    <a:pt x="17346" y="501"/>
                  </a:cubicBezTo>
                  <a:cubicBezTo>
                    <a:pt x="17346" y="200"/>
                    <a:pt x="17112" y="0"/>
                    <a:pt x="16846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" name="Google Shape;167;p32"/>
            <p:cNvSpPr/>
            <p:nvPr/>
          </p:nvSpPr>
          <p:spPr>
            <a:xfrm>
              <a:off x="5290200" y="4839480"/>
              <a:ext cx="3840480" cy="281520"/>
            </a:xfrm>
            <a:custGeom>
              <a:avLst/>
              <a:gdLst>
                <a:gd name="textAreaLeft" fmla="*/ 0 w 3840480"/>
                <a:gd name="textAreaRight" fmla="*/ 3840840 w 3840480"/>
                <a:gd name="textAreaTop" fmla="*/ 0 h 281520"/>
                <a:gd name="textAreaBottom" fmla="*/ 281880 h 281520"/>
              </a:gdLst>
              <a:ahLst/>
              <a:cxnLst/>
              <a:rect l="textAreaLeft" t="textAreaTop" r="textAreaRight" b="textAreaBottom"/>
              <a:pathLst>
                <a:path w="139033" h="10208">
                  <a:moveTo>
                    <a:pt x="0" y="0"/>
                  </a:moveTo>
                  <a:lnTo>
                    <a:pt x="0" y="10207"/>
                  </a:lnTo>
                  <a:lnTo>
                    <a:pt x="139033" y="10207"/>
                  </a:lnTo>
                  <a:lnTo>
                    <a:pt x="139033" y="0"/>
                  </a:ln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" name="Google Shape;168;p32"/>
            <p:cNvSpPr/>
            <p:nvPr/>
          </p:nvSpPr>
          <p:spPr>
            <a:xfrm>
              <a:off x="5290200" y="4671000"/>
              <a:ext cx="3840480" cy="168480"/>
            </a:xfrm>
            <a:custGeom>
              <a:avLst/>
              <a:gdLst>
                <a:gd name="textAreaLeft" fmla="*/ 0 w 3840480"/>
                <a:gd name="textAreaRight" fmla="*/ 3840840 w 3840480"/>
                <a:gd name="textAreaTop" fmla="*/ 0 h 168480"/>
                <a:gd name="textAreaBottom" fmla="*/ 168840 h 168480"/>
              </a:gdLst>
              <a:ahLst/>
              <a:cxnLst/>
              <a:rect l="textAreaLeft" t="textAreaTop" r="textAreaRight" b="textAreaBottom"/>
              <a:pathLst>
                <a:path w="139033" h="6106">
                  <a:moveTo>
                    <a:pt x="6071" y="1"/>
                  </a:moveTo>
                  <a:cubicBezTo>
                    <a:pt x="2702" y="1"/>
                    <a:pt x="0" y="2769"/>
                    <a:pt x="0" y="6105"/>
                  </a:cubicBezTo>
                  <a:lnTo>
                    <a:pt x="139033" y="6105"/>
                  </a:lnTo>
                  <a:cubicBezTo>
                    <a:pt x="139033" y="2769"/>
                    <a:pt x="136298" y="34"/>
                    <a:pt x="13299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240" bIns="84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" name="Google Shape;169;p32"/>
            <p:cNvSpPr/>
            <p:nvPr/>
          </p:nvSpPr>
          <p:spPr>
            <a:xfrm>
              <a:off x="5416920" y="1119240"/>
              <a:ext cx="1178280" cy="893520"/>
            </a:xfrm>
            <a:custGeom>
              <a:avLst/>
              <a:gdLst>
                <a:gd name="textAreaLeft" fmla="*/ 0 w 1178280"/>
                <a:gd name="textAreaRight" fmla="*/ 1178640 w 1178280"/>
                <a:gd name="textAreaTop" fmla="*/ 0 h 893520"/>
                <a:gd name="textAreaBottom" fmla="*/ 893880 h 893520"/>
              </a:gdLst>
              <a:ahLst/>
              <a:cxnLst/>
              <a:rect l="textAreaLeft" t="textAreaTop" r="textAreaRight" b="textAreaBottom"/>
              <a:pathLst>
                <a:path w="42665" h="32358">
                  <a:moveTo>
                    <a:pt x="3970" y="1"/>
                  </a:moveTo>
                  <a:cubicBezTo>
                    <a:pt x="1768" y="1"/>
                    <a:pt x="1" y="1769"/>
                    <a:pt x="1" y="3970"/>
                  </a:cubicBezTo>
                  <a:lnTo>
                    <a:pt x="1" y="28388"/>
                  </a:lnTo>
                  <a:cubicBezTo>
                    <a:pt x="1" y="30589"/>
                    <a:pt x="1802" y="32357"/>
                    <a:pt x="3970" y="32357"/>
                  </a:cubicBezTo>
                  <a:lnTo>
                    <a:pt x="38695" y="32357"/>
                  </a:lnTo>
                  <a:cubicBezTo>
                    <a:pt x="40863" y="32357"/>
                    <a:pt x="42664" y="30589"/>
                    <a:pt x="42664" y="28388"/>
                  </a:cubicBezTo>
                  <a:lnTo>
                    <a:pt x="42664" y="3970"/>
                  </a:lnTo>
                  <a:cubicBezTo>
                    <a:pt x="42664" y="1735"/>
                    <a:pt x="40863" y="1"/>
                    <a:pt x="38695" y="1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" name="Google Shape;170;p32"/>
            <p:cNvSpPr/>
            <p:nvPr/>
          </p:nvSpPr>
          <p:spPr>
            <a:xfrm>
              <a:off x="5467680" y="1061280"/>
              <a:ext cx="1178280" cy="893520"/>
            </a:xfrm>
            <a:custGeom>
              <a:avLst/>
              <a:gdLst>
                <a:gd name="textAreaLeft" fmla="*/ 0 w 1178280"/>
                <a:gd name="textAreaRight" fmla="*/ 1178640 w 1178280"/>
                <a:gd name="textAreaTop" fmla="*/ 0 h 893520"/>
                <a:gd name="textAreaBottom" fmla="*/ 893880 h 893520"/>
              </a:gdLst>
              <a:ahLst/>
              <a:cxnLst/>
              <a:rect l="textAreaLeft" t="textAreaTop" r="textAreaRight" b="textAreaBottom"/>
              <a:pathLst>
                <a:path w="42664" h="32357">
                  <a:moveTo>
                    <a:pt x="3970" y="0"/>
                  </a:moveTo>
                  <a:cubicBezTo>
                    <a:pt x="1768" y="0"/>
                    <a:pt x="0" y="1801"/>
                    <a:pt x="0" y="3970"/>
                  </a:cubicBezTo>
                  <a:lnTo>
                    <a:pt x="0" y="28421"/>
                  </a:lnTo>
                  <a:cubicBezTo>
                    <a:pt x="0" y="30622"/>
                    <a:pt x="1801" y="32357"/>
                    <a:pt x="3970" y="32357"/>
                  </a:cubicBezTo>
                  <a:lnTo>
                    <a:pt x="38661" y="32357"/>
                  </a:lnTo>
                  <a:cubicBezTo>
                    <a:pt x="40863" y="32357"/>
                    <a:pt x="42631" y="30622"/>
                    <a:pt x="42664" y="28421"/>
                  </a:cubicBezTo>
                  <a:lnTo>
                    <a:pt x="42664" y="3970"/>
                  </a:lnTo>
                  <a:cubicBezTo>
                    <a:pt x="42664" y="1768"/>
                    <a:pt x="40863" y="0"/>
                    <a:pt x="38694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" name="Google Shape;171;p32"/>
            <p:cNvSpPr/>
            <p:nvPr/>
          </p:nvSpPr>
          <p:spPr>
            <a:xfrm>
              <a:off x="5467680" y="1063080"/>
              <a:ext cx="1177200" cy="128520"/>
            </a:xfrm>
            <a:custGeom>
              <a:avLst/>
              <a:gdLst>
                <a:gd name="textAreaLeft" fmla="*/ 0 w 1177200"/>
                <a:gd name="textAreaRight" fmla="*/ 1177560 w 1177200"/>
                <a:gd name="textAreaTop" fmla="*/ 0 h 128520"/>
                <a:gd name="textAreaBottom" fmla="*/ 128880 h 128520"/>
              </a:gdLst>
              <a:ahLst/>
              <a:cxnLst/>
              <a:rect l="textAreaLeft" t="textAreaTop" r="textAreaRight" b="textAreaBottom"/>
              <a:pathLst>
                <a:path w="42631" h="4671">
                  <a:moveTo>
                    <a:pt x="3970" y="1"/>
                  </a:moveTo>
                  <a:cubicBezTo>
                    <a:pt x="1801" y="1"/>
                    <a:pt x="0" y="1735"/>
                    <a:pt x="0" y="3937"/>
                  </a:cubicBezTo>
                  <a:lnTo>
                    <a:pt x="0" y="4671"/>
                  </a:lnTo>
                  <a:lnTo>
                    <a:pt x="42631" y="4671"/>
                  </a:lnTo>
                  <a:lnTo>
                    <a:pt x="42631" y="3937"/>
                  </a:lnTo>
                  <a:cubicBezTo>
                    <a:pt x="42631" y="1735"/>
                    <a:pt x="40863" y="1"/>
                    <a:pt x="38661" y="1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" name="Google Shape;172;p32"/>
            <p:cNvSpPr/>
            <p:nvPr/>
          </p:nvSpPr>
          <p:spPr>
            <a:xfrm>
              <a:off x="5572440" y="1096200"/>
              <a:ext cx="62280" cy="6156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2270" h="2236">
                  <a:moveTo>
                    <a:pt x="1135" y="1"/>
                  </a:moveTo>
                  <a:cubicBezTo>
                    <a:pt x="501" y="1"/>
                    <a:pt x="1" y="501"/>
                    <a:pt x="1" y="1135"/>
                  </a:cubicBezTo>
                  <a:cubicBezTo>
                    <a:pt x="1" y="1735"/>
                    <a:pt x="501" y="2236"/>
                    <a:pt x="1135" y="2236"/>
                  </a:cubicBezTo>
                  <a:cubicBezTo>
                    <a:pt x="1769" y="2236"/>
                    <a:pt x="2269" y="1735"/>
                    <a:pt x="2269" y="1135"/>
                  </a:cubicBezTo>
                  <a:cubicBezTo>
                    <a:pt x="2269" y="501"/>
                    <a:pt x="1769" y="1"/>
                    <a:pt x="1135" y="1"/>
                  </a:cubicBezTo>
                  <a:close/>
                </a:path>
              </a:pathLst>
            </a:custGeom>
            <a:solidFill>
              <a:srgbClr val="92F7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" name="Google Shape;173;p32"/>
            <p:cNvSpPr/>
            <p:nvPr/>
          </p:nvSpPr>
          <p:spPr>
            <a:xfrm>
              <a:off x="5697000" y="1096200"/>
              <a:ext cx="62280" cy="6156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2269" h="2236">
                  <a:moveTo>
                    <a:pt x="1134" y="1"/>
                  </a:moveTo>
                  <a:cubicBezTo>
                    <a:pt x="500" y="1"/>
                    <a:pt x="0" y="501"/>
                    <a:pt x="0" y="1135"/>
                  </a:cubicBezTo>
                  <a:cubicBezTo>
                    <a:pt x="0" y="1735"/>
                    <a:pt x="500" y="2236"/>
                    <a:pt x="1134" y="2236"/>
                  </a:cubicBezTo>
                  <a:cubicBezTo>
                    <a:pt x="1768" y="2236"/>
                    <a:pt x="2268" y="1735"/>
                    <a:pt x="2268" y="1135"/>
                  </a:cubicBezTo>
                  <a:cubicBezTo>
                    <a:pt x="2268" y="501"/>
                    <a:pt x="1768" y="1"/>
                    <a:pt x="1134" y="1"/>
                  </a:cubicBezTo>
                  <a:close/>
                </a:path>
              </a:pathLst>
            </a:custGeom>
            <a:solidFill>
              <a:srgbClr val="92F7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" name="Google Shape;174;p32"/>
            <p:cNvSpPr/>
            <p:nvPr/>
          </p:nvSpPr>
          <p:spPr>
            <a:xfrm>
              <a:off x="5822280" y="1096200"/>
              <a:ext cx="62280" cy="6156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2269" h="2236">
                  <a:moveTo>
                    <a:pt x="1135" y="1"/>
                  </a:moveTo>
                  <a:cubicBezTo>
                    <a:pt x="501" y="1"/>
                    <a:pt x="1" y="501"/>
                    <a:pt x="1" y="1135"/>
                  </a:cubicBezTo>
                  <a:cubicBezTo>
                    <a:pt x="1" y="1735"/>
                    <a:pt x="501" y="2236"/>
                    <a:pt x="1135" y="2236"/>
                  </a:cubicBezTo>
                  <a:cubicBezTo>
                    <a:pt x="1769" y="2236"/>
                    <a:pt x="2269" y="1735"/>
                    <a:pt x="2269" y="1135"/>
                  </a:cubicBezTo>
                  <a:cubicBezTo>
                    <a:pt x="2269" y="501"/>
                    <a:pt x="1769" y="1"/>
                    <a:pt x="1135" y="1"/>
                  </a:cubicBezTo>
                  <a:close/>
                </a:path>
              </a:pathLst>
            </a:custGeom>
            <a:solidFill>
              <a:srgbClr val="92F7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" name="Google Shape;175;p32"/>
            <p:cNvSpPr/>
            <p:nvPr/>
          </p:nvSpPr>
          <p:spPr>
            <a:xfrm>
              <a:off x="5879520" y="1236240"/>
              <a:ext cx="353520" cy="329760"/>
            </a:xfrm>
            <a:custGeom>
              <a:avLst/>
              <a:gdLst>
                <a:gd name="textAreaLeft" fmla="*/ 0 w 353520"/>
                <a:gd name="textAreaRight" fmla="*/ 353880 w 353520"/>
                <a:gd name="textAreaTop" fmla="*/ 0 h 329760"/>
                <a:gd name="textAreaBottom" fmla="*/ 330120 h 329760"/>
              </a:gdLst>
              <a:ahLst/>
              <a:cxnLst/>
              <a:rect l="textAreaLeft" t="textAreaTop" r="textAreaRight" b="textAreaBottom"/>
              <a:pathLst>
                <a:path w="12810" h="11950">
                  <a:moveTo>
                    <a:pt x="6413" y="1"/>
                  </a:moveTo>
                  <a:cubicBezTo>
                    <a:pt x="6113" y="1"/>
                    <a:pt x="5810" y="24"/>
                    <a:pt x="5505" y="71"/>
                  </a:cubicBezTo>
                  <a:cubicBezTo>
                    <a:pt x="2236" y="571"/>
                    <a:pt x="1" y="3640"/>
                    <a:pt x="501" y="6876"/>
                  </a:cubicBezTo>
                  <a:cubicBezTo>
                    <a:pt x="985" y="9837"/>
                    <a:pt x="3521" y="11949"/>
                    <a:pt x="6399" y="11949"/>
                  </a:cubicBezTo>
                  <a:cubicBezTo>
                    <a:pt x="6698" y="11949"/>
                    <a:pt x="7001" y="11926"/>
                    <a:pt x="7306" y="11879"/>
                  </a:cubicBezTo>
                  <a:cubicBezTo>
                    <a:pt x="10575" y="11345"/>
                    <a:pt x="12810" y="8310"/>
                    <a:pt x="12310" y="5041"/>
                  </a:cubicBezTo>
                  <a:cubicBezTo>
                    <a:pt x="11856" y="2110"/>
                    <a:pt x="9296" y="1"/>
                    <a:pt x="6413" y="1"/>
                  </a:cubicBezTo>
                  <a:close/>
                </a:path>
              </a:pathLst>
            </a:custGeom>
            <a:solidFill>
              <a:srgbClr val="92F7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176;p32"/>
            <p:cNvSpPr/>
            <p:nvPr/>
          </p:nvSpPr>
          <p:spPr>
            <a:xfrm>
              <a:off x="5687640" y="1650960"/>
              <a:ext cx="736920" cy="303840"/>
            </a:xfrm>
            <a:custGeom>
              <a:avLst/>
              <a:gdLst>
                <a:gd name="textAreaLeft" fmla="*/ 0 w 736920"/>
                <a:gd name="textAreaRight" fmla="*/ 737280 w 736920"/>
                <a:gd name="textAreaTop" fmla="*/ 0 h 303840"/>
                <a:gd name="textAreaBottom" fmla="*/ 304200 h 303840"/>
              </a:gdLst>
              <a:ahLst/>
              <a:cxnLst/>
              <a:rect l="textAreaLeft" t="textAreaTop" r="textAreaRight" b="textAreaBottom"/>
              <a:pathLst>
                <a:path w="26687" h="11009">
                  <a:moveTo>
                    <a:pt x="13343" y="1"/>
                  </a:moveTo>
                  <a:cubicBezTo>
                    <a:pt x="6605" y="1"/>
                    <a:pt x="1001" y="4804"/>
                    <a:pt x="1" y="11009"/>
                  </a:cubicBezTo>
                  <a:lnTo>
                    <a:pt x="26686" y="11009"/>
                  </a:lnTo>
                  <a:cubicBezTo>
                    <a:pt x="25686" y="4804"/>
                    <a:pt x="20115" y="1"/>
                    <a:pt x="13343" y="1"/>
                  </a:cubicBezTo>
                  <a:close/>
                </a:path>
              </a:pathLst>
            </a:custGeom>
            <a:solidFill>
              <a:srgbClr val="92F7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177;p32"/>
            <p:cNvSpPr/>
            <p:nvPr/>
          </p:nvSpPr>
          <p:spPr>
            <a:xfrm>
              <a:off x="7658640" y="1180800"/>
              <a:ext cx="998640" cy="957240"/>
            </a:xfrm>
            <a:custGeom>
              <a:avLst/>
              <a:gdLst>
                <a:gd name="textAreaLeft" fmla="*/ 0 w 998640"/>
                <a:gd name="textAreaRight" fmla="*/ 999000 w 998640"/>
                <a:gd name="textAreaTop" fmla="*/ 0 h 957240"/>
                <a:gd name="textAreaBottom" fmla="*/ 957600 h 957240"/>
              </a:gdLst>
              <a:ahLst/>
              <a:cxnLst/>
              <a:rect l="textAreaLeft" t="textAreaTop" r="textAreaRight" b="textAreaBottom"/>
              <a:pathLst>
                <a:path w="36160" h="34659">
                  <a:moveTo>
                    <a:pt x="4003" y="0"/>
                  </a:moveTo>
                  <a:cubicBezTo>
                    <a:pt x="1802" y="0"/>
                    <a:pt x="0" y="1802"/>
                    <a:pt x="0" y="4003"/>
                  </a:cubicBezTo>
                  <a:lnTo>
                    <a:pt x="0" y="30656"/>
                  </a:lnTo>
                  <a:cubicBezTo>
                    <a:pt x="0" y="32857"/>
                    <a:pt x="1802" y="34659"/>
                    <a:pt x="4003" y="34659"/>
                  </a:cubicBezTo>
                  <a:lnTo>
                    <a:pt x="32157" y="34659"/>
                  </a:lnTo>
                  <a:cubicBezTo>
                    <a:pt x="34358" y="34659"/>
                    <a:pt x="36160" y="32857"/>
                    <a:pt x="36160" y="30656"/>
                  </a:cubicBezTo>
                  <a:lnTo>
                    <a:pt x="36160" y="4003"/>
                  </a:lnTo>
                  <a:cubicBezTo>
                    <a:pt x="36160" y="1802"/>
                    <a:pt x="34358" y="0"/>
                    <a:pt x="32157" y="0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178;p32"/>
            <p:cNvSpPr/>
            <p:nvPr/>
          </p:nvSpPr>
          <p:spPr>
            <a:xfrm>
              <a:off x="7713720" y="1129320"/>
              <a:ext cx="999360" cy="957240"/>
            </a:xfrm>
            <a:custGeom>
              <a:avLst/>
              <a:gdLst>
                <a:gd name="textAreaLeft" fmla="*/ 0 w 999360"/>
                <a:gd name="textAreaRight" fmla="*/ 999720 w 999360"/>
                <a:gd name="textAreaTop" fmla="*/ 0 h 957240"/>
                <a:gd name="textAreaBottom" fmla="*/ 957600 h 957240"/>
              </a:gdLst>
              <a:ahLst/>
              <a:cxnLst/>
              <a:rect l="textAreaLeft" t="textAreaTop" r="textAreaRight" b="textAreaBottom"/>
              <a:pathLst>
                <a:path w="36194" h="34659">
                  <a:moveTo>
                    <a:pt x="4004" y="0"/>
                  </a:moveTo>
                  <a:cubicBezTo>
                    <a:pt x="1802" y="0"/>
                    <a:pt x="1" y="1802"/>
                    <a:pt x="1" y="4003"/>
                  </a:cubicBezTo>
                  <a:lnTo>
                    <a:pt x="1" y="30656"/>
                  </a:lnTo>
                  <a:cubicBezTo>
                    <a:pt x="1" y="32857"/>
                    <a:pt x="1802" y="34659"/>
                    <a:pt x="4004" y="34659"/>
                  </a:cubicBezTo>
                  <a:lnTo>
                    <a:pt x="32157" y="34659"/>
                  </a:lnTo>
                  <a:cubicBezTo>
                    <a:pt x="34392" y="34659"/>
                    <a:pt x="36193" y="32857"/>
                    <a:pt x="36160" y="30656"/>
                  </a:cubicBezTo>
                  <a:lnTo>
                    <a:pt x="36160" y="4003"/>
                  </a:lnTo>
                  <a:cubicBezTo>
                    <a:pt x="36160" y="1768"/>
                    <a:pt x="34359" y="0"/>
                    <a:pt x="32157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179;p32"/>
            <p:cNvSpPr/>
            <p:nvPr/>
          </p:nvSpPr>
          <p:spPr>
            <a:xfrm>
              <a:off x="7794000" y="1189080"/>
              <a:ext cx="838080" cy="838080"/>
            </a:xfrm>
            <a:custGeom>
              <a:avLst/>
              <a:gdLst>
                <a:gd name="textAreaLeft" fmla="*/ 0 w 838080"/>
                <a:gd name="textAreaRight" fmla="*/ 838440 w 838080"/>
                <a:gd name="textAreaTop" fmla="*/ 0 h 838080"/>
                <a:gd name="textAreaBottom" fmla="*/ 838440 h 838080"/>
              </a:gdLst>
              <a:ahLst/>
              <a:cxnLst/>
              <a:rect l="textAreaLeft" t="textAreaTop" r="textAreaRight" b="textAreaBottom"/>
              <a:pathLst>
                <a:path w="30356" h="30356">
                  <a:moveTo>
                    <a:pt x="15178" y="4437"/>
                  </a:moveTo>
                  <a:cubicBezTo>
                    <a:pt x="21116" y="4437"/>
                    <a:pt x="25919" y="9241"/>
                    <a:pt x="25919" y="15178"/>
                  </a:cubicBezTo>
                  <a:cubicBezTo>
                    <a:pt x="25919" y="21082"/>
                    <a:pt x="21116" y="25886"/>
                    <a:pt x="15178" y="25886"/>
                  </a:cubicBezTo>
                  <a:cubicBezTo>
                    <a:pt x="9274" y="25886"/>
                    <a:pt x="4471" y="21082"/>
                    <a:pt x="4471" y="15178"/>
                  </a:cubicBezTo>
                  <a:cubicBezTo>
                    <a:pt x="4471" y="9241"/>
                    <a:pt x="9274" y="4437"/>
                    <a:pt x="15178" y="4437"/>
                  </a:cubicBezTo>
                  <a:close/>
                  <a:moveTo>
                    <a:pt x="15178" y="1"/>
                  </a:moveTo>
                  <a:cubicBezTo>
                    <a:pt x="6806" y="1"/>
                    <a:pt x="1" y="6805"/>
                    <a:pt x="1" y="15178"/>
                  </a:cubicBezTo>
                  <a:cubicBezTo>
                    <a:pt x="1" y="23551"/>
                    <a:pt x="6806" y="30356"/>
                    <a:pt x="15178" y="30356"/>
                  </a:cubicBezTo>
                  <a:cubicBezTo>
                    <a:pt x="23584" y="30356"/>
                    <a:pt x="30356" y="23551"/>
                    <a:pt x="30356" y="15178"/>
                  </a:cubicBezTo>
                  <a:cubicBezTo>
                    <a:pt x="30323" y="6805"/>
                    <a:pt x="23584" y="1"/>
                    <a:pt x="15178" y="1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180;p32"/>
            <p:cNvSpPr/>
            <p:nvPr/>
          </p:nvSpPr>
          <p:spPr>
            <a:xfrm>
              <a:off x="8498160" y="1526400"/>
              <a:ext cx="720" cy="252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2520"/>
                <a:gd name="textAreaBottom" fmla="*/ 2880 h 2520"/>
              </a:gdLst>
              <a:ahLst/>
              <a:cxnLst/>
              <a:rect l="textAreaLeft" t="textAreaTop" r="textAreaRight" b="textAreaBottom"/>
              <a:pathLst>
                <a:path w="35" h="101" fill="none">
                  <a:moveTo>
                    <a:pt x="34" y="100"/>
                  </a:moveTo>
                  <a:cubicBezTo>
                    <a:pt x="34" y="34"/>
                    <a:pt x="34" y="34"/>
                    <a:pt x="1" y="0"/>
                  </a:cubicBezTo>
                  <a:cubicBezTo>
                    <a:pt x="1" y="34"/>
                    <a:pt x="1" y="34"/>
                    <a:pt x="34" y="100"/>
                  </a:cubicBezTo>
                  <a:close/>
                </a:path>
              </a:pathLst>
            </a:custGeom>
            <a:noFill/>
            <a:ln w="585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" bIns="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181;p32"/>
            <p:cNvSpPr/>
            <p:nvPr/>
          </p:nvSpPr>
          <p:spPr>
            <a:xfrm>
              <a:off x="8493480" y="1511640"/>
              <a:ext cx="720" cy="3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35" h="135" fill="none">
                  <a:moveTo>
                    <a:pt x="34" y="134"/>
                  </a:moveTo>
                  <a:cubicBezTo>
                    <a:pt x="34" y="67"/>
                    <a:pt x="1" y="34"/>
                    <a:pt x="1" y="1"/>
                  </a:cubicBezTo>
                  <a:cubicBezTo>
                    <a:pt x="34" y="67"/>
                    <a:pt x="34" y="134"/>
                    <a:pt x="34" y="134"/>
                  </a:cubicBezTo>
                  <a:close/>
                </a:path>
              </a:pathLst>
            </a:custGeom>
            <a:noFill/>
            <a:ln w="585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" name="Google Shape;182;p32"/>
            <p:cNvSpPr/>
            <p:nvPr/>
          </p:nvSpPr>
          <p:spPr>
            <a:xfrm>
              <a:off x="8079840" y="1481400"/>
              <a:ext cx="552600" cy="545040"/>
            </a:xfrm>
            <a:custGeom>
              <a:avLst/>
              <a:gdLst>
                <a:gd name="textAreaLeft" fmla="*/ 0 w 552600"/>
                <a:gd name="textAreaRight" fmla="*/ 552960 w 552600"/>
                <a:gd name="textAreaTop" fmla="*/ 0 h 545040"/>
                <a:gd name="textAreaBottom" fmla="*/ 545400 h 545040"/>
              </a:gdLst>
              <a:ahLst/>
              <a:cxnLst/>
              <a:rect l="textAreaLeft" t="textAreaTop" r="textAreaRight" b="textAreaBottom"/>
              <a:pathLst>
                <a:path w="20015" h="19749">
                  <a:moveTo>
                    <a:pt x="19314" y="1"/>
                  </a:moveTo>
                  <a:lnTo>
                    <a:pt x="19314" y="1"/>
                  </a:lnTo>
                  <a:cubicBezTo>
                    <a:pt x="19581" y="904"/>
                    <a:pt x="19772" y="1833"/>
                    <a:pt x="19888" y="2779"/>
                  </a:cubicBezTo>
                  <a:lnTo>
                    <a:pt x="19888" y="2779"/>
                  </a:lnTo>
                  <a:lnTo>
                    <a:pt x="19915" y="2769"/>
                  </a:lnTo>
                  <a:cubicBezTo>
                    <a:pt x="19781" y="1802"/>
                    <a:pt x="19615" y="901"/>
                    <a:pt x="19314" y="1"/>
                  </a:cubicBezTo>
                  <a:close/>
                  <a:moveTo>
                    <a:pt x="19888" y="2779"/>
                  </a:moveTo>
                  <a:lnTo>
                    <a:pt x="15578" y="4271"/>
                  </a:lnTo>
                  <a:lnTo>
                    <a:pt x="15578" y="4571"/>
                  </a:lnTo>
                  <a:cubicBezTo>
                    <a:pt x="15578" y="10475"/>
                    <a:pt x="10775" y="15278"/>
                    <a:pt x="4837" y="15278"/>
                  </a:cubicBezTo>
                  <a:cubicBezTo>
                    <a:pt x="3303" y="15278"/>
                    <a:pt x="1902" y="14945"/>
                    <a:pt x="568" y="14411"/>
                  </a:cubicBezTo>
                  <a:lnTo>
                    <a:pt x="1" y="18948"/>
                  </a:lnTo>
                  <a:cubicBezTo>
                    <a:pt x="1502" y="19448"/>
                    <a:pt x="3136" y="19748"/>
                    <a:pt x="4837" y="19748"/>
                  </a:cubicBezTo>
                  <a:cubicBezTo>
                    <a:pt x="13243" y="19748"/>
                    <a:pt x="20015" y="12943"/>
                    <a:pt x="20015" y="4571"/>
                  </a:cubicBezTo>
                  <a:cubicBezTo>
                    <a:pt x="20002" y="3968"/>
                    <a:pt x="19960" y="3370"/>
                    <a:pt x="19888" y="277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" name="Google Shape;183;p32"/>
            <p:cNvSpPr/>
            <p:nvPr/>
          </p:nvSpPr>
          <p:spPr>
            <a:xfrm>
              <a:off x="8488800" y="1498680"/>
              <a:ext cx="720" cy="3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34" h="135" fill="none">
                  <a:moveTo>
                    <a:pt x="34" y="134"/>
                  </a:moveTo>
                  <a:cubicBezTo>
                    <a:pt x="34" y="101"/>
                    <a:pt x="0" y="34"/>
                    <a:pt x="0" y="1"/>
                  </a:cubicBezTo>
                  <a:cubicBezTo>
                    <a:pt x="0" y="34"/>
                    <a:pt x="34" y="101"/>
                    <a:pt x="34" y="134"/>
                  </a:cubicBezTo>
                  <a:close/>
                </a:path>
              </a:pathLst>
            </a:custGeom>
            <a:noFill/>
            <a:ln w="585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" name="Google Shape;184;p32"/>
            <p:cNvSpPr/>
            <p:nvPr/>
          </p:nvSpPr>
          <p:spPr>
            <a:xfrm>
              <a:off x="8507160" y="15706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" fill="none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585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" name="Google Shape;185;p32"/>
            <p:cNvSpPr/>
            <p:nvPr/>
          </p:nvSpPr>
          <p:spPr>
            <a:xfrm>
              <a:off x="8501760" y="1541160"/>
              <a:ext cx="720" cy="14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440"/>
                <a:gd name="textAreaBottom" fmla="*/ 1800 h 1440"/>
              </a:gdLst>
              <a:ahLst/>
              <a:cxnLst/>
              <a:rect l="textAreaLeft" t="textAreaTop" r="textAreaRight" b="textAreaBottom"/>
              <a:pathLst>
                <a:path w="34" h="67" fill="none">
                  <a:moveTo>
                    <a:pt x="34" y="67"/>
                  </a:moveTo>
                  <a:lnTo>
                    <a:pt x="34" y="0"/>
                  </a:lnTo>
                  <a:cubicBezTo>
                    <a:pt x="0" y="0"/>
                    <a:pt x="0" y="0"/>
                    <a:pt x="34" y="67"/>
                  </a:cubicBezTo>
                  <a:close/>
                </a:path>
              </a:pathLst>
            </a:custGeom>
            <a:noFill/>
            <a:ln w="585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" bIns="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" name="Google Shape;186;p32"/>
            <p:cNvSpPr/>
            <p:nvPr/>
          </p:nvSpPr>
          <p:spPr>
            <a:xfrm>
              <a:off x="8505360" y="1554840"/>
              <a:ext cx="360" cy="14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440"/>
                <a:gd name="textAreaBottom" fmla="*/ 1800 h 1440"/>
              </a:gdLst>
              <a:ahLst/>
              <a:cxnLst/>
              <a:rect l="textAreaLeft" t="textAreaTop" r="textAreaRight" b="textAreaBottom"/>
              <a:pathLst>
                <a:path w="1" h="68" fill="none">
                  <a:moveTo>
                    <a:pt x="1" y="67"/>
                  </a:moveTo>
                  <a:cubicBezTo>
                    <a:pt x="1" y="67"/>
                    <a:pt x="1" y="0"/>
                    <a:pt x="1" y="67"/>
                  </a:cubicBezTo>
                  <a:cubicBezTo>
                    <a:pt x="1" y="0"/>
                    <a:pt x="1" y="67"/>
                    <a:pt x="1" y="67"/>
                  </a:cubicBezTo>
                  <a:close/>
                </a:path>
              </a:pathLst>
            </a:custGeom>
            <a:noFill/>
            <a:ln w="585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" bIns="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187;p32"/>
            <p:cNvSpPr/>
            <p:nvPr/>
          </p:nvSpPr>
          <p:spPr>
            <a:xfrm>
              <a:off x="8234640" y="1189080"/>
              <a:ext cx="394200" cy="410760"/>
            </a:xfrm>
            <a:custGeom>
              <a:avLst/>
              <a:gdLst>
                <a:gd name="textAreaLeft" fmla="*/ 0 w 394200"/>
                <a:gd name="textAreaRight" fmla="*/ 394560 w 394200"/>
                <a:gd name="textAreaTop" fmla="*/ 0 h 410760"/>
                <a:gd name="textAreaBottom" fmla="*/ 411120 h 410760"/>
              </a:gdLst>
              <a:ahLst/>
              <a:cxnLst/>
              <a:rect l="textAreaLeft" t="textAreaTop" r="textAreaRight" b="textAreaBottom"/>
              <a:pathLst>
                <a:path w="14278" h="14878">
                  <a:moveTo>
                    <a:pt x="1" y="1"/>
                  </a:moveTo>
                  <a:lnTo>
                    <a:pt x="1" y="4470"/>
                  </a:lnTo>
                  <a:cubicBezTo>
                    <a:pt x="5471" y="4837"/>
                    <a:pt x="9808" y="9341"/>
                    <a:pt x="9941" y="14878"/>
                  </a:cubicBezTo>
                  <a:lnTo>
                    <a:pt x="14277" y="13377"/>
                  </a:lnTo>
                  <a:cubicBezTo>
                    <a:pt x="13410" y="6072"/>
                    <a:pt x="7406" y="368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188;p32"/>
            <p:cNvSpPr/>
            <p:nvPr/>
          </p:nvSpPr>
          <p:spPr>
            <a:xfrm>
              <a:off x="7844760" y="1189080"/>
              <a:ext cx="389520" cy="310320"/>
            </a:xfrm>
            <a:custGeom>
              <a:avLst/>
              <a:gdLst>
                <a:gd name="textAreaLeft" fmla="*/ 0 w 389520"/>
                <a:gd name="textAreaRight" fmla="*/ 389880 w 38952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14111" h="11242">
                  <a:moveTo>
                    <a:pt x="13343" y="1"/>
                  </a:moveTo>
                  <a:cubicBezTo>
                    <a:pt x="7606" y="1"/>
                    <a:pt x="2602" y="3203"/>
                    <a:pt x="1" y="7906"/>
                  </a:cubicBezTo>
                  <a:lnTo>
                    <a:pt x="3336" y="11242"/>
                  </a:lnTo>
                  <a:cubicBezTo>
                    <a:pt x="4871" y="7239"/>
                    <a:pt x="8807" y="4404"/>
                    <a:pt x="13343" y="4404"/>
                  </a:cubicBezTo>
                  <a:cubicBezTo>
                    <a:pt x="13610" y="4404"/>
                    <a:pt x="13844" y="4404"/>
                    <a:pt x="14111" y="4470"/>
                  </a:cubicBezTo>
                  <a:lnTo>
                    <a:pt x="14111" y="34"/>
                  </a:lnTo>
                  <a:cubicBezTo>
                    <a:pt x="13844" y="34"/>
                    <a:pt x="13610" y="1"/>
                    <a:pt x="13343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189;p32"/>
            <p:cNvSpPr/>
            <p:nvPr/>
          </p:nvSpPr>
          <p:spPr>
            <a:xfrm>
              <a:off x="6003720" y="3195720"/>
              <a:ext cx="190440" cy="174240"/>
            </a:xfrm>
            <a:custGeom>
              <a:avLst/>
              <a:gdLst>
                <a:gd name="textAreaLeft" fmla="*/ 0 w 190440"/>
                <a:gd name="textAreaRight" fmla="*/ 190800 w 19044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6906" h="6318">
                  <a:moveTo>
                    <a:pt x="3423" y="0"/>
                  </a:moveTo>
                  <a:cubicBezTo>
                    <a:pt x="3197" y="0"/>
                    <a:pt x="2966" y="24"/>
                    <a:pt x="2736" y="72"/>
                  </a:cubicBezTo>
                  <a:cubicBezTo>
                    <a:pt x="1034" y="506"/>
                    <a:pt x="0" y="2174"/>
                    <a:pt x="367" y="3875"/>
                  </a:cubicBezTo>
                  <a:cubicBezTo>
                    <a:pt x="742" y="5345"/>
                    <a:pt x="2038" y="6317"/>
                    <a:pt x="3482" y="6317"/>
                  </a:cubicBezTo>
                  <a:cubicBezTo>
                    <a:pt x="3709" y="6317"/>
                    <a:pt x="3939" y="6293"/>
                    <a:pt x="4170" y="6243"/>
                  </a:cubicBezTo>
                  <a:cubicBezTo>
                    <a:pt x="5871" y="5843"/>
                    <a:pt x="6905" y="4175"/>
                    <a:pt x="6538" y="2441"/>
                  </a:cubicBezTo>
                  <a:cubicBezTo>
                    <a:pt x="6220" y="995"/>
                    <a:pt x="4899" y="0"/>
                    <a:pt x="3423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7120" bIns="87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190;p32"/>
            <p:cNvSpPr/>
            <p:nvPr/>
          </p:nvSpPr>
          <p:spPr>
            <a:xfrm>
              <a:off x="5733000" y="1652040"/>
              <a:ext cx="138960" cy="12636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6360"/>
                <a:gd name="textAreaBottom" fmla="*/ 126720 h 126360"/>
              </a:gdLst>
              <a:ahLst/>
              <a:cxnLst/>
              <a:rect l="textAreaLeft" t="textAreaTop" r="textAreaRight" b="textAreaBottom"/>
              <a:pathLst>
                <a:path w="5037" h="4589">
                  <a:moveTo>
                    <a:pt x="2529" y="1"/>
                  </a:moveTo>
                  <a:cubicBezTo>
                    <a:pt x="2354" y="1"/>
                    <a:pt x="2178" y="22"/>
                    <a:pt x="2001" y="66"/>
                  </a:cubicBezTo>
                  <a:cubicBezTo>
                    <a:pt x="801" y="366"/>
                    <a:pt x="0" y="1567"/>
                    <a:pt x="300" y="2801"/>
                  </a:cubicBezTo>
                  <a:cubicBezTo>
                    <a:pt x="531" y="3870"/>
                    <a:pt x="1488" y="4589"/>
                    <a:pt x="2542" y="4589"/>
                  </a:cubicBezTo>
                  <a:cubicBezTo>
                    <a:pt x="2705" y="4589"/>
                    <a:pt x="2870" y="4571"/>
                    <a:pt x="3036" y="4536"/>
                  </a:cubicBezTo>
                  <a:cubicBezTo>
                    <a:pt x="4236" y="4236"/>
                    <a:pt x="5037" y="3035"/>
                    <a:pt x="4737" y="1767"/>
                  </a:cubicBezTo>
                  <a:cubicBezTo>
                    <a:pt x="4481" y="714"/>
                    <a:pt x="3544" y="1"/>
                    <a:pt x="2529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3360" bIns="63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191;p32"/>
            <p:cNvSpPr/>
            <p:nvPr/>
          </p:nvSpPr>
          <p:spPr>
            <a:xfrm>
              <a:off x="5210280" y="1212480"/>
              <a:ext cx="45720" cy="39240"/>
            </a:xfrm>
            <a:custGeom>
              <a:avLst/>
              <a:gdLst>
                <a:gd name="textAreaLeft" fmla="*/ 0 w 45720"/>
                <a:gd name="textAreaRight" fmla="*/ 46080 w 4572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669" h="1437">
                  <a:moveTo>
                    <a:pt x="318" y="0"/>
                  </a:moveTo>
                  <a:cubicBezTo>
                    <a:pt x="244" y="0"/>
                    <a:pt x="165" y="37"/>
                    <a:pt x="101" y="102"/>
                  </a:cubicBezTo>
                  <a:cubicBezTo>
                    <a:pt x="1" y="169"/>
                    <a:pt x="67" y="335"/>
                    <a:pt x="134" y="435"/>
                  </a:cubicBezTo>
                  <a:lnTo>
                    <a:pt x="1268" y="1369"/>
                  </a:lnTo>
                  <a:cubicBezTo>
                    <a:pt x="1301" y="1436"/>
                    <a:pt x="1402" y="1436"/>
                    <a:pt x="1435" y="1436"/>
                  </a:cubicBezTo>
                  <a:cubicBezTo>
                    <a:pt x="1535" y="1436"/>
                    <a:pt x="1568" y="1369"/>
                    <a:pt x="1602" y="1336"/>
                  </a:cubicBezTo>
                  <a:cubicBezTo>
                    <a:pt x="1668" y="1269"/>
                    <a:pt x="1635" y="1103"/>
                    <a:pt x="1568" y="1002"/>
                  </a:cubicBezTo>
                  <a:lnTo>
                    <a:pt x="434" y="35"/>
                  </a:lnTo>
                  <a:cubicBezTo>
                    <a:pt x="399" y="11"/>
                    <a:pt x="359" y="0"/>
                    <a:pt x="318" y="0"/>
                  </a:cubicBezTo>
                  <a:close/>
                </a:path>
              </a:pathLst>
            </a:custGeom>
            <a:solidFill>
              <a:srgbClr val="F5FD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192;p32"/>
            <p:cNvSpPr/>
            <p:nvPr/>
          </p:nvSpPr>
          <p:spPr>
            <a:xfrm>
              <a:off x="5304600" y="1291680"/>
              <a:ext cx="331560" cy="282240"/>
            </a:xfrm>
            <a:custGeom>
              <a:avLst/>
              <a:gdLst>
                <a:gd name="textAreaLeft" fmla="*/ 0 w 331560"/>
                <a:gd name="textAreaRight" fmla="*/ 331920 w 331560"/>
                <a:gd name="textAreaTop" fmla="*/ 0 h 282240"/>
                <a:gd name="textAreaBottom" fmla="*/ 282600 h 282240"/>
              </a:gdLst>
              <a:ahLst/>
              <a:cxnLst/>
              <a:rect l="textAreaLeft" t="textAreaTop" r="textAreaRight" b="textAreaBottom"/>
              <a:pathLst>
                <a:path w="12010" h="10236">
                  <a:moveTo>
                    <a:pt x="277" y="1"/>
                  </a:moveTo>
                  <a:cubicBezTo>
                    <a:pt x="207" y="1"/>
                    <a:pt x="126" y="36"/>
                    <a:pt x="68" y="95"/>
                  </a:cubicBezTo>
                  <a:cubicBezTo>
                    <a:pt x="1" y="161"/>
                    <a:pt x="34" y="328"/>
                    <a:pt x="134" y="428"/>
                  </a:cubicBezTo>
                  <a:lnTo>
                    <a:pt x="2403" y="2396"/>
                  </a:lnTo>
                  <a:cubicBezTo>
                    <a:pt x="2469" y="2430"/>
                    <a:pt x="2536" y="2430"/>
                    <a:pt x="2569" y="2430"/>
                  </a:cubicBezTo>
                  <a:cubicBezTo>
                    <a:pt x="2670" y="2430"/>
                    <a:pt x="2736" y="2396"/>
                    <a:pt x="2736" y="2329"/>
                  </a:cubicBezTo>
                  <a:cubicBezTo>
                    <a:pt x="2836" y="2263"/>
                    <a:pt x="2803" y="2096"/>
                    <a:pt x="2703" y="1996"/>
                  </a:cubicBezTo>
                  <a:lnTo>
                    <a:pt x="401" y="61"/>
                  </a:lnTo>
                  <a:cubicBezTo>
                    <a:pt x="373" y="19"/>
                    <a:pt x="328" y="1"/>
                    <a:pt x="277" y="1"/>
                  </a:cubicBezTo>
                  <a:close/>
                  <a:moveTo>
                    <a:pt x="4870" y="3928"/>
                  </a:moveTo>
                  <a:cubicBezTo>
                    <a:pt x="4792" y="3928"/>
                    <a:pt x="4712" y="3956"/>
                    <a:pt x="4671" y="3997"/>
                  </a:cubicBezTo>
                  <a:cubicBezTo>
                    <a:pt x="4571" y="4097"/>
                    <a:pt x="4638" y="4264"/>
                    <a:pt x="4704" y="4331"/>
                  </a:cubicBezTo>
                  <a:lnTo>
                    <a:pt x="7006" y="6299"/>
                  </a:lnTo>
                  <a:cubicBezTo>
                    <a:pt x="7039" y="6332"/>
                    <a:pt x="7139" y="6332"/>
                    <a:pt x="7173" y="6332"/>
                  </a:cubicBezTo>
                  <a:cubicBezTo>
                    <a:pt x="7239" y="6332"/>
                    <a:pt x="7306" y="6299"/>
                    <a:pt x="7340" y="6266"/>
                  </a:cubicBezTo>
                  <a:cubicBezTo>
                    <a:pt x="7406" y="6166"/>
                    <a:pt x="7373" y="5999"/>
                    <a:pt x="7306" y="5932"/>
                  </a:cubicBezTo>
                  <a:lnTo>
                    <a:pt x="5005" y="3964"/>
                  </a:lnTo>
                  <a:cubicBezTo>
                    <a:pt x="4966" y="3938"/>
                    <a:pt x="4918" y="3928"/>
                    <a:pt x="4870" y="3928"/>
                  </a:cubicBezTo>
                  <a:close/>
                  <a:moveTo>
                    <a:pt x="9473" y="7799"/>
                  </a:moveTo>
                  <a:cubicBezTo>
                    <a:pt x="9398" y="7799"/>
                    <a:pt x="9305" y="7836"/>
                    <a:pt x="9241" y="7900"/>
                  </a:cubicBezTo>
                  <a:cubicBezTo>
                    <a:pt x="9174" y="7967"/>
                    <a:pt x="9208" y="8134"/>
                    <a:pt x="9308" y="8200"/>
                  </a:cubicBezTo>
                  <a:lnTo>
                    <a:pt x="11576" y="10168"/>
                  </a:lnTo>
                  <a:cubicBezTo>
                    <a:pt x="11643" y="10235"/>
                    <a:pt x="11709" y="10235"/>
                    <a:pt x="11743" y="10235"/>
                  </a:cubicBezTo>
                  <a:cubicBezTo>
                    <a:pt x="11809" y="10235"/>
                    <a:pt x="11876" y="10168"/>
                    <a:pt x="11909" y="10135"/>
                  </a:cubicBezTo>
                  <a:cubicBezTo>
                    <a:pt x="12010" y="10068"/>
                    <a:pt x="11976" y="9902"/>
                    <a:pt x="11876" y="9801"/>
                  </a:cubicBezTo>
                  <a:lnTo>
                    <a:pt x="9574" y="7833"/>
                  </a:lnTo>
                  <a:cubicBezTo>
                    <a:pt x="9551" y="7810"/>
                    <a:pt x="9515" y="7799"/>
                    <a:pt x="9473" y="7799"/>
                  </a:cubicBezTo>
                  <a:close/>
                </a:path>
              </a:pathLst>
            </a:custGeom>
            <a:solidFill>
              <a:srgbClr val="F5FD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" name="Google Shape;193;p32"/>
            <p:cNvSpPr/>
            <p:nvPr/>
          </p:nvSpPr>
          <p:spPr>
            <a:xfrm>
              <a:off x="5683320" y="1615680"/>
              <a:ext cx="45720" cy="38880"/>
            </a:xfrm>
            <a:custGeom>
              <a:avLst/>
              <a:gdLst>
                <a:gd name="textAreaLeft" fmla="*/ 0 w 45720"/>
                <a:gd name="textAreaRight" fmla="*/ 46080 w 4572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1669" h="1420">
                  <a:moveTo>
                    <a:pt x="305" y="1"/>
                  </a:moveTo>
                  <a:cubicBezTo>
                    <a:pt x="225" y="1"/>
                    <a:pt x="143" y="43"/>
                    <a:pt x="101" y="85"/>
                  </a:cubicBezTo>
                  <a:cubicBezTo>
                    <a:pt x="1" y="185"/>
                    <a:pt x="34" y="352"/>
                    <a:pt x="134" y="418"/>
                  </a:cubicBezTo>
                  <a:lnTo>
                    <a:pt x="1235" y="1386"/>
                  </a:lnTo>
                  <a:cubicBezTo>
                    <a:pt x="1302" y="1419"/>
                    <a:pt x="1368" y="1419"/>
                    <a:pt x="1435" y="1419"/>
                  </a:cubicBezTo>
                  <a:cubicBezTo>
                    <a:pt x="1502" y="1419"/>
                    <a:pt x="1602" y="1386"/>
                    <a:pt x="1602" y="1319"/>
                  </a:cubicBezTo>
                  <a:cubicBezTo>
                    <a:pt x="1669" y="1252"/>
                    <a:pt x="1635" y="1086"/>
                    <a:pt x="1535" y="1019"/>
                  </a:cubicBezTo>
                  <a:lnTo>
                    <a:pt x="434" y="52"/>
                  </a:lnTo>
                  <a:cubicBezTo>
                    <a:pt x="398" y="15"/>
                    <a:pt x="352" y="1"/>
                    <a:pt x="305" y="1"/>
                  </a:cubicBezTo>
                  <a:close/>
                </a:path>
              </a:pathLst>
            </a:custGeom>
            <a:solidFill>
              <a:srgbClr val="F5FD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" name="Google Shape;194;p32"/>
            <p:cNvSpPr/>
            <p:nvPr/>
          </p:nvSpPr>
          <p:spPr>
            <a:xfrm>
              <a:off x="5063760" y="1075320"/>
              <a:ext cx="149040" cy="136440"/>
            </a:xfrm>
            <a:custGeom>
              <a:avLst/>
              <a:gdLst>
                <a:gd name="textAreaLeft" fmla="*/ 0 w 149040"/>
                <a:gd name="textAreaRight" fmla="*/ 149400 w 149040"/>
                <a:gd name="textAreaTop" fmla="*/ 0 h 136440"/>
                <a:gd name="textAreaBottom" fmla="*/ 136800 h 136440"/>
              </a:gdLst>
              <a:ahLst/>
              <a:cxnLst/>
              <a:rect l="textAreaLeft" t="textAreaTop" r="textAreaRight" b="textAreaBottom"/>
              <a:pathLst>
                <a:path w="5405" h="4948">
                  <a:moveTo>
                    <a:pt x="2714" y="0"/>
                  </a:moveTo>
                  <a:cubicBezTo>
                    <a:pt x="2535" y="0"/>
                    <a:pt x="2353" y="20"/>
                    <a:pt x="2169" y="61"/>
                  </a:cubicBezTo>
                  <a:cubicBezTo>
                    <a:pt x="835" y="328"/>
                    <a:pt x="1" y="1662"/>
                    <a:pt x="268" y="2997"/>
                  </a:cubicBezTo>
                  <a:cubicBezTo>
                    <a:pt x="530" y="4163"/>
                    <a:pt x="1583" y="4948"/>
                    <a:pt x="2736" y="4948"/>
                  </a:cubicBezTo>
                  <a:cubicBezTo>
                    <a:pt x="2901" y="4948"/>
                    <a:pt x="3069" y="4932"/>
                    <a:pt x="3236" y="4898"/>
                  </a:cubicBezTo>
                  <a:cubicBezTo>
                    <a:pt x="4571" y="4598"/>
                    <a:pt x="5405" y="3264"/>
                    <a:pt x="5104" y="1929"/>
                  </a:cubicBezTo>
                  <a:cubicBezTo>
                    <a:pt x="4817" y="779"/>
                    <a:pt x="3834" y="0"/>
                    <a:pt x="2714" y="0"/>
                  </a:cubicBezTo>
                  <a:close/>
                </a:path>
              </a:pathLst>
            </a:custGeom>
            <a:solidFill>
              <a:srgbClr val="35CFD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0" bIns="68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" name="Google Shape;195;p32"/>
            <p:cNvSpPr/>
            <p:nvPr/>
          </p:nvSpPr>
          <p:spPr>
            <a:xfrm>
              <a:off x="5142240" y="191880"/>
              <a:ext cx="371160" cy="34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345240"/>
                <a:gd name="textAreaBottom" fmla="*/ 345600 h 345240"/>
              </a:gdLst>
              <a:ahLst/>
              <a:cxnLst/>
              <a:rect l="textAreaLeft" t="textAreaTop" r="textAreaRight" b="textAreaBottom"/>
              <a:pathLst>
                <a:path w="13444" h="12513">
                  <a:moveTo>
                    <a:pt x="6759" y="0"/>
                  </a:moveTo>
                  <a:cubicBezTo>
                    <a:pt x="6422" y="0"/>
                    <a:pt x="6081" y="28"/>
                    <a:pt x="5738" y="85"/>
                  </a:cubicBezTo>
                  <a:cubicBezTo>
                    <a:pt x="2335" y="619"/>
                    <a:pt x="0" y="3854"/>
                    <a:pt x="567" y="7257"/>
                  </a:cubicBezTo>
                  <a:cubicBezTo>
                    <a:pt x="1047" y="10316"/>
                    <a:pt x="3684" y="12512"/>
                    <a:pt x="6708" y="12512"/>
                  </a:cubicBezTo>
                  <a:cubicBezTo>
                    <a:pt x="7048" y="12512"/>
                    <a:pt x="7392" y="12484"/>
                    <a:pt x="7739" y="12427"/>
                  </a:cubicBezTo>
                  <a:cubicBezTo>
                    <a:pt x="11141" y="11893"/>
                    <a:pt x="13443" y="8658"/>
                    <a:pt x="12909" y="5255"/>
                  </a:cubicBezTo>
                  <a:cubicBezTo>
                    <a:pt x="12399" y="2196"/>
                    <a:pt x="9759" y="0"/>
                    <a:pt x="6759" y="0"/>
                  </a:cubicBezTo>
                  <a:close/>
                </a:path>
              </a:pathLst>
            </a:custGeom>
            <a:solidFill>
              <a:srgbClr val="A6AB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" name="Google Shape;196;p32"/>
            <p:cNvSpPr/>
            <p:nvPr/>
          </p:nvSpPr>
          <p:spPr>
            <a:xfrm>
              <a:off x="5187240" y="223560"/>
              <a:ext cx="281520" cy="281520"/>
            </a:xfrm>
            <a:custGeom>
              <a:avLst/>
              <a:gdLst>
                <a:gd name="textAreaLeft" fmla="*/ 0 w 281520"/>
                <a:gd name="textAreaRight" fmla="*/ 281880 w 281520"/>
                <a:gd name="textAreaTop" fmla="*/ 0 h 281520"/>
                <a:gd name="textAreaBottom" fmla="*/ 281880 h 281520"/>
              </a:gdLst>
              <a:ahLst/>
              <a:cxnLst/>
              <a:rect l="textAreaLeft" t="textAreaTop" r="textAreaRight" b="textAreaBottom"/>
              <a:pathLst>
                <a:path w="10208" h="10208">
                  <a:moveTo>
                    <a:pt x="5104" y="0"/>
                  </a:moveTo>
                  <a:cubicBezTo>
                    <a:pt x="2302" y="0"/>
                    <a:pt x="1" y="2302"/>
                    <a:pt x="1" y="5104"/>
                  </a:cubicBezTo>
                  <a:cubicBezTo>
                    <a:pt x="1" y="7906"/>
                    <a:pt x="2302" y="10208"/>
                    <a:pt x="5104" y="10208"/>
                  </a:cubicBezTo>
                  <a:cubicBezTo>
                    <a:pt x="7906" y="10208"/>
                    <a:pt x="10208" y="7906"/>
                    <a:pt x="10208" y="5104"/>
                  </a:cubicBezTo>
                  <a:cubicBezTo>
                    <a:pt x="10208" y="2269"/>
                    <a:pt x="7906" y="34"/>
                    <a:pt x="5104" y="0"/>
                  </a:cubicBezTo>
                  <a:close/>
                </a:path>
              </a:pathLst>
            </a:custGeom>
            <a:solidFill>
              <a:srgbClr val="7789F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" name="Google Shape;197;p32"/>
            <p:cNvSpPr/>
            <p:nvPr/>
          </p:nvSpPr>
          <p:spPr>
            <a:xfrm>
              <a:off x="5268600" y="262440"/>
              <a:ext cx="124200" cy="207000"/>
            </a:xfrm>
            <a:custGeom>
              <a:avLst/>
              <a:gdLst>
                <a:gd name="textAreaLeft" fmla="*/ 0 w 124200"/>
                <a:gd name="textAreaRight" fmla="*/ 124560 w 12420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4504" h="7506">
                  <a:moveTo>
                    <a:pt x="1868" y="2002"/>
                  </a:moveTo>
                  <a:lnTo>
                    <a:pt x="1868" y="2969"/>
                  </a:lnTo>
                  <a:cubicBezTo>
                    <a:pt x="1668" y="2869"/>
                    <a:pt x="1601" y="2836"/>
                    <a:pt x="1501" y="2736"/>
                  </a:cubicBezTo>
                  <a:cubicBezTo>
                    <a:pt x="1468" y="2669"/>
                    <a:pt x="1434" y="2569"/>
                    <a:pt x="1434" y="2469"/>
                  </a:cubicBezTo>
                  <a:cubicBezTo>
                    <a:pt x="1434" y="2202"/>
                    <a:pt x="1601" y="2069"/>
                    <a:pt x="1868" y="2002"/>
                  </a:cubicBezTo>
                  <a:close/>
                  <a:moveTo>
                    <a:pt x="2635" y="4637"/>
                  </a:moveTo>
                  <a:cubicBezTo>
                    <a:pt x="2802" y="4670"/>
                    <a:pt x="2935" y="4737"/>
                    <a:pt x="2969" y="4837"/>
                  </a:cubicBezTo>
                  <a:cubicBezTo>
                    <a:pt x="3002" y="4904"/>
                    <a:pt x="3036" y="5004"/>
                    <a:pt x="3036" y="5137"/>
                  </a:cubicBezTo>
                  <a:cubicBezTo>
                    <a:pt x="3036" y="5338"/>
                    <a:pt x="2869" y="5471"/>
                    <a:pt x="2635" y="5538"/>
                  </a:cubicBezTo>
                  <a:lnTo>
                    <a:pt x="2635" y="4637"/>
                  </a:lnTo>
                  <a:close/>
                  <a:moveTo>
                    <a:pt x="1868" y="0"/>
                  </a:moveTo>
                  <a:lnTo>
                    <a:pt x="1868" y="834"/>
                  </a:lnTo>
                  <a:cubicBezTo>
                    <a:pt x="1301" y="868"/>
                    <a:pt x="834" y="1068"/>
                    <a:pt x="500" y="1368"/>
                  </a:cubicBezTo>
                  <a:cubicBezTo>
                    <a:pt x="167" y="1668"/>
                    <a:pt x="0" y="2069"/>
                    <a:pt x="0" y="2536"/>
                  </a:cubicBezTo>
                  <a:cubicBezTo>
                    <a:pt x="0" y="2936"/>
                    <a:pt x="167" y="3336"/>
                    <a:pt x="467" y="3670"/>
                  </a:cubicBezTo>
                  <a:cubicBezTo>
                    <a:pt x="767" y="4003"/>
                    <a:pt x="1168" y="4203"/>
                    <a:pt x="1768" y="4370"/>
                  </a:cubicBezTo>
                  <a:lnTo>
                    <a:pt x="1868" y="4404"/>
                  </a:lnTo>
                  <a:lnTo>
                    <a:pt x="1868" y="5638"/>
                  </a:lnTo>
                  <a:cubicBezTo>
                    <a:pt x="1668" y="5638"/>
                    <a:pt x="1434" y="5571"/>
                    <a:pt x="1134" y="5504"/>
                  </a:cubicBezTo>
                  <a:cubicBezTo>
                    <a:pt x="867" y="5404"/>
                    <a:pt x="634" y="5338"/>
                    <a:pt x="367" y="5204"/>
                  </a:cubicBezTo>
                  <a:lnTo>
                    <a:pt x="0" y="6405"/>
                  </a:lnTo>
                  <a:cubicBezTo>
                    <a:pt x="534" y="6672"/>
                    <a:pt x="1168" y="6772"/>
                    <a:pt x="1868" y="6839"/>
                  </a:cubicBezTo>
                  <a:lnTo>
                    <a:pt x="1968" y="6839"/>
                  </a:lnTo>
                  <a:lnTo>
                    <a:pt x="1968" y="7506"/>
                  </a:lnTo>
                  <a:lnTo>
                    <a:pt x="2702" y="7506"/>
                  </a:lnTo>
                  <a:lnTo>
                    <a:pt x="2702" y="6839"/>
                  </a:lnTo>
                  <a:cubicBezTo>
                    <a:pt x="3302" y="6739"/>
                    <a:pt x="3703" y="6538"/>
                    <a:pt x="4036" y="6238"/>
                  </a:cubicBezTo>
                  <a:cubicBezTo>
                    <a:pt x="4336" y="5971"/>
                    <a:pt x="4503" y="5538"/>
                    <a:pt x="4503" y="5037"/>
                  </a:cubicBezTo>
                  <a:cubicBezTo>
                    <a:pt x="4503" y="4570"/>
                    <a:pt x="4336" y="4237"/>
                    <a:pt x="4036" y="3903"/>
                  </a:cubicBezTo>
                  <a:cubicBezTo>
                    <a:pt x="3703" y="3603"/>
                    <a:pt x="3302" y="3370"/>
                    <a:pt x="2769" y="3236"/>
                  </a:cubicBezTo>
                  <a:lnTo>
                    <a:pt x="2635" y="3203"/>
                  </a:lnTo>
                  <a:lnTo>
                    <a:pt x="2635" y="2035"/>
                  </a:lnTo>
                  <a:cubicBezTo>
                    <a:pt x="3136" y="2069"/>
                    <a:pt x="3503" y="2202"/>
                    <a:pt x="3803" y="2402"/>
                  </a:cubicBezTo>
                  <a:lnTo>
                    <a:pt x="4270" y="1235"/>
                  </a:lnTo>
                  <a:cubicBezTo>
                    <a:pt x="3703" y="1035"/>
                    <a:pt x="3169" y="868"/>
                    <a:pt x="2635" y="834"/>
                  </a:cubicBezTo>
                  <a:lnTo>
                    <a:pt x="2635" y="0"/>
                  </a:lnTo>
                  <a:close/>
                </a:path>
              </a:pathLst>
            </a:custGeom>
            <a:solidFill>
              <a:srgbClr val="F5FD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" name="Google Shape;198;p32"/>
            <p:cNvSpPr/>
            <p:nvPr/>
          </p:nvSpPr>
          <p:spPr>
            <a:xfrm>
              <a:off x="8027280" y="568080"/>
              <a:ext cx="68760" cy="6876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68760"/>
                <a:gd name="textAreaBottom" fmla="*/ 69120 h 68760"/>
              </a:gdLst>
              <a:ahLst/>
              <a:cxnLst/>
              <a:rect l="textAreaLeft" t="textAreaTop" r="textAreaRight" b="textAreaBottom"/>
              <a:pathLst>
                <a:path w="2503" h="2503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" name="Google Shape;199;p32"/>
            <p:cNvSpPr/>
            <p:nvPr/>
          </p:nvSpPr>
          <p:spPr>
            <a:xfrm>
              <a:off x="8019000" y="559800"/>
              <a:ext cx="85320" cy="8532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85320"/>
                <a:gd name="textAreaBottom" fmla="*/ 85680 h 85320"/>
              </a:gdLst>
              <a:ahLst/>
              <a:cxnLst/>
              <a:rect l="textAreaLeft" t="textAreaTop" r="textAreaRight" b="textAreaBottom"/>
              <a:pathLst>
                <a:path w="3103" h="3103">
                  <a:moveTo>
                    <a:pt x="1534" y="601"/>
                  </a:moveTo>
                  <a:cubicBezTo>
                    <a:pt x="2035" y="601"/>
                    <a:pt x="2502" y="1001"/>
                    <a:pt x="2502" y="1568"/>
                  </a:cubicBezTo>
                  <a:cubicBezTo>
                    <a:pt x="2502" y="2102"/>
                    <a:pt x="2102" y="2502"/>
                    <a:pt x="1534" y="2502"/>
                  </a:cubicBezTo>
                  <a:cubicBezTo>
                    <a:pt x="1001" y="2502"/>
                    <a:pt x="600" y="2102"/>
                    <a:pt x="600" y="1568"/>
                  </a:cubicBezTo>
                  <a:cubicBezTo>
                    <a:pt x="600" y="1001"/>
                    <a:pt x="1001" y="601"/>
                    <a:pt x="1534" y="601"/>
                  </a:cubicBezTo>
                  <a:close/>
                  <a:moveTo>
                    <a:pt x="1534" y="1"/>
                  </a:moveTo>
                  <a:cubicBezTo>
                    <a:pt x="701" y="1"/>
                    <a:pt x="0" y="734"/>
                    <a:pt x="0" y="1568"/>
                  </a:cubicBezTo>
                  <a:cubicBezTo>
                    <a:pt x="0" y="2402"/>
                    <a:pt x="701" y="3103"/>
                    <a:pt x="1534" y="3103"/>
                  </a:cubicBezTo>
                  <a:cubicBezTo>
                    <a:pt x="2368" y="3103"/>
                    <a:pt x="3036" y="2436"/>
                    <a:pt x="3102" y="1568"/>
                  </a:cubicBezTo>
                  <a:cubicBezTo>
                    <a:pt x="3102" y="734"/>
                    <a:pt x="2368" y="1"/>
                    <a:pt x="1534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2840" bIns="42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" name="Google Shape;200;p32"/>
            <p:cNvSpPr/>
            <p:nvPr/>
          </p:nvSpPr>
          <p:spPr>
            <a:xfrm>
              <a:off x="7860240" y="738720"/>
              <a:ext cx="84600" cy="85320"/>
            </a:xfrm>
            <a:custGeom>
              <a:avLst/>
              <a:gdLst>
                <a:gd name="textAreaLeft" fmla="*/ 0 w 84600"/>
                <a:gd name="textAreaRight" fmla="*/ 84960 w 84600"/>
                <a:gd name="textAreaTop" fmla="*/ 0 h 85320"/>
                <a:gd name="textAreaBottom" fmla="*/ 85680 h 85320"/>
              </a:gdLst>
              <a:ahLst/>
              <a:cxnLst/>
              <a:rect l="textAreaLeft" t="textAreaTop" r="textAreaRight" b="textAreaBottom"/>
              <a:pathLst>
                <a:path w="3070" h="3104">
                  <a:moveTo>
                    <a:pt x="1535" y="601"/>
                  </a:moveTo>
                  <a:cubicBezTo>
                    <a:pt x="2069" y="601"/>
                    <a:pt x="2536" y="1035"/>
                    <a:pt x="2502" y="1535"/>
                  </a:cubicBezTo>
                  <a:cubicBezTo>
                    <a:pt x="2502" y="2069"/>
                    <a:pt x="2069" y="2503"/>
                    <a:pt x="1535" y="2503"/>
                  </a:cubicBezTo>
                  <a:cubicBezTo>
                    <a:pt x="1001" y="2503"/>
                    <a:pt x="568" y="2069"/>
                    <a:pt x="568" y="1535"/>
                  </a:cubicBezTo>
                  <a:cubicBezTo>
                    <a:pt x="568" y="1002"/>
                    <a:pt x="1001" y="601"/>
                    <a:pt x="1535" y="601"/>
                  </a:cubicBezTo>
                  <a:close/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402" y="3103"/>
                    <a:pt x="3069" y="2369"/>
                    <a:pt x="3069" y="1535"/>
                  </a:cubicBezTo>
                  <a:cubicBezTo>
                    <a:pt x="3069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2840" bIns="42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" name="Google Shape;201;p32"/>
            <p:cNvSpPr/>
            <p:nvPr/>
          </p:nvSpPr>
          <p:spPr>
            <a:xfrm>
              <a:off x="7838280" y="496080"/>
              <a:ext cx="15480" cy="21348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213480"/>
                <a:gd name="textAreaBottom" fmla="*/ 213840 h 213480"/>
              </a:gdLst>
              <a:ahLst/>
              <a:cxnLst/>
              <a:rect l="textAreaLeft" t="textAreaTop" r="textAreaRight" b="textAreaBottom"/>
              <a:pathLst>
                <a:path w="568" h="7740">
                  <a:moveTo>
                    <a:pt x="300" y="1"/>
                  </a:moveTo>
                  <a:cubicBezTo>
                    <a:pt x="133" y="1"/>
                    <a:pt x="0" y="134"/>
                    <a:pt x="0" y="301"/>
                  </a:cubicBezTo>
                  <a:lnTo>
                    <a:pt x="0" y="7440"/>
                  </a:lnTo>
                  <a:cubicBezTo>
                    <a:pt x="0" y="7606"/>
                    <a:pt x="133" y="7740"/>
                    <a:pt x="300" y="7740"/>
                  </a:cubicBezTo>
                  <a:cubicBezTo>
                    <a:pt x="400" y="7740"/>
                    <a:pt x="534" y="7606"/>
                    <a:pt x="567" y="7440"/>
                  </a:cubicBezTo>
                  <a:lnTo>
                    <a:pt x="567" y="301"/>
                  </a:lnTo>
                  <a:cubicBezTo>
                    <a:pt x="567" y="134"/>
                    <a:pt x="467" y="1"/>
                    <a:pt x="300" y="1"/>
                  </a:cubicBezTo>
                  <a:close/>
                </a:path>
              </a:pathLst>
            </a:custGeom>
            <a:solidFill>
              <a:srgbClr val="B6F2F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" name="Google Shape;202;p32"/>
            <p:cNvSpPr/>
            <p:nvPr/>
          </p:nvSpPr>
          <p:spPr>
            <a:xfrm>
              <a:off x="7738560" y="594720"/>
              <a:ext cx="213480" cy="15480"/>
            </a:xfrm>
            <a:custGeom>
              <a:avLst/>
              <a:gdLst>
                <a:gd name="textAreaLeft" fmla="*/ 0 w 213480"/>
                <a:gd name="textAreaRight" fmla="*/ 213840 w 21348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7740" h="568">
                  <a:moveTo>
                    <a:pt x="301" y="0"/>
                  </a:moveTo>
                  <a:cubicBezTo>
                    <a:pt x="134" y="0"/>
                    <a:pt x="0" y="134"/>
                    <a:pt x="0" y="300"/>
                  </a:cubicBezTo>
                  <a:cubicBezTo>
                    <a:pt x="0" y="467"/>
                    <a:pt x="134" y="567"/>
                    <a:pt x="301" y="567"/>
                  </a:cubicBezTo>
                  <a:lnTo>
                    <a:pt x="7439" y="567"/>
                  </a:lnTo>
                  <a:cubicBezTo>
                    <a:pt x="7606" y="567"/>
                    <a:pt x="7739" y="467"/>
                    <a:pt x="7739" y="300"/>
                  </a:cubicBezTo>
                  <a:cubicBezTo>
                    <a:pt x="7739" y="100"/>
                    <a:pt x="7606" y="0"/>
                    <a:pt x="7439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" name="Google Shape;203;p32"/>
            <p:cNvSpPr/>
            <p:nvPr/>
          </p:nvSpPr>
          <p:spPr>
            <a:xfrm>
              <a:off x="8411400" y="707400"/>
              <a:ext cx="547920" cy="547920"/>
            </a:xfrm>
            <a:custGeom>
              <a:avLst/>
              <a:gdLst>
                <a:gd name="textAreaLeft" fmla="*/ 0 w 547920"/>
                <a:gd name="textAreaRight" fmla="*/ 548280 w 547920"/>
                <a:gd name="textAreaTop" fmla="*/ 0 h 547920"/>
                <a:gd name="textAreaBottom" fmla="*/ 548280 h 547920"/>
              </a:gdLst>
              <a:ahLst/>
              <a:cxnLst/>
              <a:rect l="textAreaLeft" t="textAreaTop" r="textAreaRight" b="textAreaBottom"/>
              <a:pathLst>
                <a:path w="19848" h="19849">
                  <a:moveTo>
                    <a:pt x="9640" y="935"/>
                  </a:moveTo>
                  <a:lnTo>
                    <a:pt x="9640" y="3803"/>
                  </a:lnTo>
                  <a:cubicBezTo>
                    <a:pt x="8907" y="3803"/>
                    <a:pt x="8173" y="3803"/>
                    <a:pt x="7506" y="3837"/>
                  </a:cubicBezTo>
                  <a:cubicBezTo>
                    <a:pt x="8306" y="2469"/>
                    <a:pt x="9140" y="1468"/>
                    <a:pt x="9640" y="935"/>
                  </a:cubicBezTo>
                  <a:close/>
                  <a:moveTo>
                    <a:pt x="10241" y="801"/>
                  </a:moveTo>
                  <a:cubicBezTo>
                    <a:pt x="10741" y="1302"/>
                    <a:pt x="11742" y="2436"/>
                    <a:pt x="12643" y="4004"/>
                  </a:cubicBezTo>
                  <a:cubicBezTo>
                    <a:pt x="11809" y="3937"/>
                    <a:pt x="11008" y="3837"/>
                    <a:pt x="10241" y="3837"/>
                  </a:cubicBezTo>
                  <a:lnTo>
                    <a:pt x="10241" y="801"/>
                  </a:lnTo>
                  <a:close/>
                  <a:moveTo>
                    <a:pt x="9073" y="768"/>
                  </a:moveTo>
                  <a:lnTo>
                    <a:pt x="9073" y="768"/>
                  </a:lnTo>
                  <a:cubicBezTo>
                    <a:pt x="8440" y="1435"/>
                    <a:pt x="7572" y="2503"/>
                    <a:pt x="6805" y="3937"/>
                  </a:cubicBezTo>
                  <a:cubicBezTo>
                    <a:pt x="5771" y="4004"/>
                    <a:pt x="4837" y="4170"/>
                    <a:pt x="4003" y="4337"/>
                  </a:cubicBezTo>
                  <a:cubicBezTo>
                    <a:pt x="5237" y="2636"/>
                    <a:pt x="6972" y="1402"/>
                    <a:pt x="9073" y="768"/>
                  </a:cubicBezTo>
                  <a:close/>
                  <a:moveTo>
                    <a:pt x="10975" y="768"/>
                  </a:moveTo>
                  <a:lnTo>
                    <a:pt x="10975" y="768"/>
                  </a:lnTo>
                  <a:cubicBezTo>
                    <a:pt x="13176" y="1402"/>
                    <a:pt x="15011" y="2803"/>
                    <a:pt x="16245" y="4637"/>
                  </a:cubicBezTo>
                  <a:cubicBezTo>
                    <a:pt x="15244" y="4437"/>
                    <a:pt x="14277" y="4237"/>
                    <a:pt x="13310" y="4104"/>
                  </a:cubicBezTo>
                  <a:cubicBezTo>
                    <a:pt x="12509" y="2603"/>
                    <a:pt x="11608" y="1468"/>
                    <a:pt x="10975" y="768"/>
                  </a:cubicBezTo>
                  <a:close/>
                  <a:moveTo>
                    <a:pt x="6805" y="1102"/>
                  </a:moveTo>
                  <a:lnTo>
                    <a:pt x="6805" y="1102"/>
                  </a:lnTo>
                  <a:cubicBezTo>
                    <a:pt x="5337" y="1935"/>
                    <a:pt x="4103" y="3103"/>
                    <a:pt x="3169" y="4571"/>
                  </a:cubicBezTo>
                  <a:cubicBezTo>
                    <a:pt x="2769" y="4671"/>
                    <a:pt x="2402" y="4771"/>
                    <a:pt x="2002" y="4871"/>
                  </a:cubicBezTo>
                  <a:cubicBezTo>
                    <a:pt x="3169" y="3136"/>
                    <a:pt x="4837" y="1802"/>
                    <a:pt x="6805" y="1102"/>
                  </a:cubicBezTo>
                  <a:close/>
                  <a:moveTo>
                    <a:pt x="13543" y="1302"/>
                  </a:moveTo>
                  <a:lnTo>
                    <a:pt x="13543" y="1302"/>
                  </a:lnTo>
                  <a:cubicBezTo>
                    <a:pt x="15411" y="2069"/>
                    <a:pt x="16946" y="3437"/>
                    <a:pt x="17980" y="5138"/>
                  </a:cubicBezTo>
                  <a:cubicBezTo>
                    <a:pt x="17646" y="5038"/>
                    <a:pt x="17346" y="4971"/>
                    <a:pt x="17012" y="4871"/>
                  </a:cubicBezTo>
                  <a:cubicBezTo>
                    <a:pt x="16178" y="3437"/>
                    <a:pt x="14978" y="2169"/>
                    <a:pt x="13543" y="1302"/>
                  </a:cubicBezTo>
                  <a:close/>
                  <a:moveTo>
                    <a:pt x="6505" y="4471"/>
                  </a:moveTo>
                  <a:lnTo>
                    <a:pt x="6505" y="4471"/>
                  </a:lnTo>
                  <a:cubicBezTo>
                    <a:pt x="5838" y="5838"/>
                    <a:pt x="5337" y="7506"/>
                    <a:pt x="5271" y="9341"/>
                  </a:cubicBezTo>
                  <a:lnTo>
                    <a:pt x="5271" y="9574"/>
                  </a:lnTo>
                  <a:lnTo>
                    <a:pt x="2268" y="9574"/>
                  </a:lnTo>
                  <a:cubicBezTo>
                    <a:pt x="2302" y="7906"/>
                    <a:pt x="2802" y="6339"/>
                    <a:pt x="3603" y="4971"/>
                  </a:cubicBezTo>
                  <a:cubicBezTo>
                    <a:pt x="4103" y="4871"/>
                    <a:pt x="4737" y="4771"/>
                    <a:pt x="5337" y="4637"/>
                  </a:cubicBezTo>
                  <a:cubicBezTo>
                    <a:pt x="5738" y="4604"/>
                    <a:pt x="6105" y="4504"/>
                    <a:pt x="6505" y="4471"/>
                  </a:cubicBezTo>
                  <a:close/>
                  <a:moveTo>
                    <a:pt x="2802" y="5238"/>
                  </a:moveTo>
                  <a:cubicBezTo>
                    <a:pt x="2135" y="6539"/>
                    <a:pt x="1735" y="8006"/>
                    <a:pt x="1668" y="9608"/>
                  </a:cubicBezTo>
                  <a:lnTo>
                    <a:pt x="567" y="9608"/>
                  </a:lnTo>
                  <a:cubicBezTo>
                    <a:pt x="601" y="8173"/>
                    <a:pt x="968" y="6806"/>
                    <a:pt x="1601" y="5638"/>
                  </a:cubicBezTo>
                  <a:cubicBezTo>
                    <a:pt x="1935" y="5505"/>
                    <a:pt x="2335" y="5405"/>
                    <a:pt x="2802" y="5238"/>
                  </a:cubicBezTo>
                  <a:close/>
                  <a:moveTo>
                    <a:pt x="8888" y="4376"/>
                  </a:moveTo>
                  <a:cubicBezTo>
                    <a:pt x="9135" y="4376"/>
                    <a:pt x="9386" y="4384"/>
                    <a:pt x="9640" y="4404"/>
                  </a:cubicBezTo>
                  <a:lnTo>
                    <a:pt x="9640" y="9608"/>
                  </a:lnTo>
                  <a:lnTo>
                    <a:pt x="5804" y="9608"/>
                  </a:lnTo>
                  <a:lnTo>
                    <a:pt x="5804" y="9441"/>
                  </a:lnTo>
                  <a:cubicBezTo>
                    <a:pt x="5904" y="7506"/>
                    <a:pt x="6471" y="5838"/>
                    <a:pt x="7172" y="4471"/>
                  </a:cubicBezTo>
                  <a:cubicBezTo>
                    <a:pt x="7714" y="4423"/>
                    <a:pt x="8290" y="4376"/>
                    <a:pt x="8888" y="4376"/>
                  </a:cubicBezTo>
                  <a:close/>
                  <a:moveTo>
                    <a:pt x="10241" y="4404"/>
                  </a:moveTo>
                  <a:cubicBezTo>
                    <a:pt x="11075" y="4437"/>
                    <a:pt x="11975" y="4504"/>
                    <a:pt x="12943" y="4637"/>
                  </a:cubicBezTo>
                  <a:cubicBezTo>
                    <a:pt x="13610" y="5972"/>
                    <a:pt x="14144" y="7606"/>
                    <a:pt x="14244" y="9441"/>
                  </a:cubicBezTo>
                  <a:lnTo>
                    <a:pt x="14244" y="9608"/>
                  </a:lnTo>
                  <a:lnTo>
                    <a:pt x="10241" y="9608"/>
                  </a:lnTo>
                  <a:lnTo>
                    <a:pt x="10241" y="4404"/>
                  </a:lnTo>
                  <a:close/>
                  <a:moveTo>
                    <a:pt x="13643" y="4737"/>
                  </a:moveTo>
                  <a:cubicBezTo>
                    <a:pt x="14611" y="4871"/>
                    <a:pt x="15611" y="5104"/>
                    <a:pt x="16679" y="5338"/>
                  </a:cubicBezTo>
                  <a:cubicBezTo>
                    <a:pt x="17313" y="6605"/>
                    <a:pt x="17746" y="8073"/>
                    <a:pt x="17813" y="9608"/>
                  </a:cubicBezTo>
                  <a:lnTo>
                    <a:pt x="14811" y="9608"/>
                  </a:lnTo>
                  <a:lnTo>
                    <a:pt x="14811" y="9407"/>
                  </a:lnTo>
                  <a:cubicBezTo>
                    <a:pt x="14744" y="7640"/>
                    <a:pt x="14277" y="6072"/>
                    <a:pt x="13643" y="4737"/>
                  </a:cubicBezTo>
                  <a:close/>
                  <a:moveTo>
                    <a:pt x="17346" y="5571"/>
                  </a:moveTo>
                  <a:lnTo>
                    <a:pt x="17346" y="5571"/>
                  </a:lnTo>
                  <a:cubicBezTo>
                    <a:pt x="17679" y="5638"/>
                    <a:pt x="18013" y="5772"/>
                    <a:pt x="18347" y="5838"/>
                  </a:cubicBezTo>
                  <a:cubicBezTo>
                    <a:pt x="18914" y="6972"/>
                    <a:pt x="19247" y="8273"/>
                    <a:pt x="19314" y="9608"/>
                  </a:cubicBezTo>
                  <a:lnTo>
                    <a:pt x="18347" y="9608"/>
                  </a:lnTo>
                  <a:cubicBezTo>
                    <a:pt x="18313" y="8140"/>
                    <a:pt x="17946" y="6806"/>
                    <a:pt x="17346" y="5571"/>
                  </a:cubicBezTo>
                  <a:close/>
                  <a:moveTo>
                    <a:pt x="1668" y="10108"/>
                  </a:moveTo>
                  <a:lnTo>
                    <a:pt x="1668" y="10141"/>
                  </a:lnTo>
                  <a:cubicBezTo>
                    <a:pt x="1735" y="11843"/>
                    <a:pt x="2168" y="13477"/>
                    <a:pt x="2969" y="14911"/>
                  </a:cubicBezTo>
                  <a:cubicBezTo>
                    <a:pt x="2602" y="14811"/>
                    <a:pt x="2235" y="14678"/>
                    <a:pt x="1801" y="14578"/>
                  </a:cubicBezTo>
                  <a:cubicBezTo>
                    <a:pt x="1068" y="13210"/>
                    <a:pt x="601" y="11742"/>
                    <a:pt x="567" y="10108"/>
                  </a:cubicBezTo>
                  <a:close/>
                  <a:moveTo>
                    <a:pt x="19314" y="10141"/>
                  </a:moveTo>
                  <a:cubicBezTo>
                    <a:pt x="19281" y="11843"/>
                    <a:pt x="18780" y="13444"/>
                    <a:pt x="17946" y="14811"/>
                  </a:cubicBezTo>
                  <a:cubicBezTo>
                    <a:pt x="17646" y="14911"/>
                    <a:pt x="17313" y="15012"/>
                    <a:pt x="16946" y="15112"/>
                  </a:cubicBezTo>
                  <a:cubicBezTo>
                    <a:pt x="17813" y="13677"/>
                    <a:pt x="18313" y="11976"/>
                    <a:pt x="18347" y="10141"/>
                  </a:cubicBezTo>
                  <a:close/>
                  <a:moveTo>
                    <a:pt x="5237" y="10141"/>
                  </a:moveTo>
                  <a:cubicBezTo>
                    <a:pt x="5271" y="12009"/>
                    <a:pt x="5771" y="13844"/>
                    <a:pt x="6738" y="15679"/>
                  </a:cubicBezTo>
                  <a:cubicBezTo>
                    <a:pt x="5771" y="15579"/>
                    <a:pt x="4770" y="15345"/>
                    <a:pt x="3736" y="15112"/>
                  </a:cubicBezTo>
                  <a:cubicBezTo>
                    <a:pt x="2802" y="13677"/>
                    <a:pt x="2268" y="11976"/>
                    <a:pt x="2235" y="10141"/>
                  </a:cubicBezTo>
                  <a:close/>
                  <a:moveTo>
                    <a:pt x="17813" y="10141"/>
                  </a:moveTo>
                  <a:cubicBezTo>
                    <a:pt x="17780" y="12076"/>
                    <a:pt x="17179" y="13844"/>
                    <a:pt x="16145" y="15345"/>
                  </a:cubicBezTo>
                  <a:cubicBezTo>
                    <a:pt x="15645" y="15479"/>
                    <a:pt x="15111" y="15612"/>
                    <a:pt x="14511" y="15679"/>
                  </a:cubicBezTo>
                  <a:cubicBezTo>
                    <a:pt x="14110" y="15779"/>
                    <a:pt x="13677" y="15812"/>
                    <a:pt x="13243" y="15845"/>
                  </a:cubicBezTo>
                  <a:cubicBezTo>
                    <a:pt x="14244" y="13977"/>
                    <a:pt x="14777" y="12109"/>
                    <a:pt x="14811" y="10141"/>
                  </a:cubicBezTo>
                  <a:close/>
                  <a:moveTo>
                    <a:pt x="9640" y="10141"/>
                  </a:moveTo>
                  <a:lnTo>
                    <a:pt x="9640" y="15946"/>
                  </a:lnTo>
                  <a:cubicBezTo>
                    <a:pt x="8940" y="15912"/>
                    <a:pt x="8173" y="15845"/>
                    <a:pt x="7439" y="15779"/>
                  </a:cubicBezTo>
                  <a:cubicBezTo>
                    <a:pt x="6405" y="13944"/>
                    <a:pt x="5838" y="12076"/>
                    <a:pt x="5804" y="10141"/>
                  </a:cubicBezTo>
                  <a:close/>
                  <a:moveTo>
                    <a:pt x="14244" y="10141"/>
                  </a:moveTo>
                  <a:cubicBezTo>
                    <a:pt x="14177" y="12109"/>
                    <a:pt x="13610" y="14011"/>
                    <a:pt x="12509" y="15912"/>
                  </a:cubicBezTo>
                  <a:cubicBezTo>
                    <a:pt x="11809" y="15979"/>
                    <a:pt x="11075" y="15979"/>
                    <a:pt x="10241" y="15979"/>
                  </a:cubicBezTo>
                  <a:lnTo>
                    <a:pt x="10241" y="10141"/>
                  </a:lnTo>
                  <a:close/>
                  <a:moveTo>
                    <a:pt x="17446" y="15612"/>
                  </a:moveTo>
                  <a:cubicBezTo>
                    <a:pt x="16445" y="16913"/>
                    <a:pt x="15111" y="17947"/>
                    <a:pt x="13577" y="18614"/>
                  </a:cubicBezTo>
                  <a:cubicBezTo>
                    <a:pt x="14744" y="17914"/>
                    <a:pt x="15745" y="16946"/>
                    <a:pt x="16512" y="15845"/>
                  </a:cubicBezTo>
                  <a:cubicBezTo>
                    <a:pt x="16846" y="15779"/>
                    <a:pt x="17146" y="15679"/>
                    <a:pt x="17446" y="15612"/>
                  </a:cubicBezTo>
                  <a:close/>
                  <a:moveTo>
                    <a:pt x="2268" y="15312"/>
                  </a:moveTo>
                  <a:lnTo>
                    <a:pt x="2268" y="15312"/>
                  </a:lnTo>
                  <a:cubicBezTo>
                    <a:pt x="2635" y="15445"/>
                    <a:pt x="3002" y="15512"/>
                    <a:pt x="3403" y="15612"/>
                  </a:cubicBezTo>
                  <a:cubicBezTo>
                    <a:pt x="4270" y="16913"/>
                    <a:pt x="5437" y="18014"/>
                    <a:pt x="6805" y="18781"/>
                  </a:cubicBezTo>
                  <a:cubicBezTo>
                    <a:pt x="4970" y="18147"/>
                    <a:pt x="3336" y="16913"/>
                    <a:pt x="2268" y="15312"/>
                  </a:cubicBezTo>
                  <a:close/>
                  <a:moveTo>
                    <a:pt x="7772" y="16413"/>
                  </a:moveTo>
                  <a:lnTo>
                    <a:pt x="7772" y="16413"/>
                  </a:lnTo>
                  <a:cubicBezTo>
                    <a:pt x="8440" y="16446"/>
                    <a:pt x="9073" y="16479"/>
                    <a:pt x="9640" y="16513"/>
                  </a:cubicBezTo>
                  <a:lnTo>
                    <a:pt x="9640" y="18914"/>
                  </a:lnTo>
                  <a:cubicBezTo>
                    <a:pt x="8940" y="18080"/>
                    <a:pt x="8306" y="17246"/>
                    <a:pt x="7772" y="16413"/>
                  </a:cubicBezTo>
                  <a:close/>
                  <a:moveTo>
                    <a:pt x="12176" y="16479"/>
                  </a:moveTo>
                  <a:lnTo>
                    <a:pt x="12176" y="16479"/>
                  </a:lnTo>
                  <a:cubicBezTo>
                    <a:pt x="11642" y="17347"/>
                    <a:pt x="10975" y="18247"/>
                    <a:pt x="10241" y="19081"/>
                  </a:cubicBezTo>
                  <a:lnTo>
                    <a:pt x="10241" y="16513"/>
                  </a:lnTo>
                  <a:lnTo>
                    <a:pt x="10608" y="16513"/>
                  </a:lnTo>
                  <a:cubicBezTo>
                    <a:pt x="11141" y="16513"/>
                    <a:pt x="11675" y="16513"/>
                    <a:pt x="12176" y="16479"/>
                  </a:cubicBezTo>
                  <a:close/>
                  <a:moveTo>
                    <a:pt x="4237" y="15812"/>
                  </a:moveTo>
                  <a:cubicBezTo>
                    <a:pt x="5237" y="16012"/>
                    <a:pt x="6171" y="16179"/>
                    <a:pt x="7105" y="16312"/>
                  </a:cubicBezTo>
                  <a:cubicBezTo>
                    <a:pt x="7639" y="17280"/>
                    <a:pt x="8339" y="18247"/>
                    <a:pt x="9140" y="19148"/>
                  </a:cubicBezTo>
                  <a:cubicBezTo>
                    <a:pt x="7139" y="18614"/>
                    <a:pt x="5437" y="17413"/>
                    <a:pt x="4237" y="15812"/>
                  </a:cubicBezTo>
                  <a:close/>
                  <a:moveTo>
                    <a:pt x="15645" y="16012"/>
                  </a:moveTo>
                  <a:lnTo>
                    <a:pt x="15645" y="16012"/>
                  </a:lnTo>
                  <a:cubicBezTo>
                    <a:pt x="14444" y="17480"/>
                    <a:pt x="12809" y="18614"/>
                    <a:pt x="10908" y="19148"/>
                  </a:cubicBezTo>
                  <a:cubicBezTo>
                    <a:pt x="11675" y="18247"/>
                    <a:pt x="12342" y="17347"/>
                    <a:pt x="12909" y="16446"/>
                  </a:cubicBezTo>
                  <a:cubicBezTo>
                    <a:pt x="13943" y="16346"/>
                    <a:pt x="14844" y="16179"/>
                    <a:pt x="15645" y="16012"/>
                  </a:cubicBezTo>
                  <a:close/>
                  <a:moveTo>
                    <a:pt x="9941" y="1"/>
                  </a:moveTo>
                  <a:cubicBezTo>
                    <a:pt x="4470" y="1"/>
                    <a:pt x="0" y="4471"/>
                    <a:pt x="0" y="9941"/>
                  </a:cubicBezTo>
                  <a:cubicBezTo>
                    <a:pt x="0" y="15412"/>
                    <a:pt x="4470" y="19848"/>
                    <a:pt x="9941" y="19848"/>
                  </a:cubicBezTo>
                  <a:lnTo>
                    <a:pt x="10174" y="19848"/>
                  </a:lnTo>
                  <a:cubicBezTo>
                    <a:pt x="15511" y="19782"/>
                    <a:pt x="19848" y="15345"/>
                    <a:pt x="19848" y="9941"/>
                  </a:cubicBezTo>
                  <a:cubicBezTo>
                    <a:pt x="19848" y="4504"/>
                    <a:pt x="15511" y="134"/>
                    <a:pt x="1014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204;p32"/>
            <p:cNvSpPr/>
            <p:nvPr/>
          </p:nvSpPr>
          <p:spPr>
            <a:xfrm>
              <a:off x="6626160" y="1986480"/>
              <a:ext cx="84600" cy="85320"/>
            </a:xfrm>
            <a:custGeom>
              <a:avLst/>
              <a:gdLst>
                <a:gd name="textAreaLeft" fmla="*/ 0 w 84600"/>
                <a:gd name="textAreaRight" fmla="*/ 84960 w 84600"/>
                <a:gd name="textAreaTop" fmla="*/ 0 h 85320"/>
                <a:gd name="textAreaBottom" fmla="*/ 85680 h 85320"/>
              </a:gdLst>
              <a:ahLst/>
              <a:cxnLst/>
              <a:rect l="textAreaLeft" t="textAreaTop" r="textAreaRight" b="textAreaBottom"/>
              <a:pathLst>
                <a:path w="3070" h="3103">
                  <a:moveTo>
                    <a:pt x="1535" y="601"/>
                  </a:moveTo>
                  <a:cubicBezTo>
                    <a:pt x="2068" y="601"/>
                    <a:pt x="2502" y="1034"/>
                    <a:pt x="2502" y="1568"/>
                  </a:cubicBezTo>
                  <a:cubicBezTo>
                    <a:pt x="2502" y="2102"/>
                    <a:pt x="2068" y="2535"/>
                    <a:pt x="1535" y="2535"/>
                  </a:cubicBezTo>
                  <a:cubicBezTo>
                    <a:pt x="1001" y="2535"/>
                    <a:pt x="567" y="2102"/>
                    <a:pt x="567" y="1568"/>
                  </a:cubicBezTo>
                  <a:cubicBezTo>
                    <a:pt x="567" y="1034"/>
                    <a:pt x="1001" y="601"/>
                    <a:pt x="1535" y="601"/>
                  </a:cubicBezTo>
                  <a:close/>
                  <a:moveTo>
                    <a:pt x="1535" y="0"/>
                  </a:moveTo>
                  <a:cubicBezTo>
                    <a:pt x="701" y="0"/>
                    <a:pt x="0" y="734"/>
                    <a:pt x="0" y="1568"/>
                  </a:cubicBezTo>
                  <a:cubicBezTo>
                    <a:pt x="0" y="2402"/>
                    <a:pt x="701" y="3102"/>
                    <a:pt x="1535" y="3102"/>
                  </a:cubicBezTo>
                  <a:cubicBezTo>
                    <a:pt x="2369" y="3102"/>
                    <a:pt x="3069" y="2402"/>
                    <a:pt x="3069" y="1568"/>
                  </a:cubicBezTo>
                  <a:cubicBezTo>
                    <a:pt x="3069" y="734"/>
                    <a:pt x="2369" y="0"/>
                    <a:pt x="1535" y="0"/>
                  </a:cubicBezTo>
                  <a:close/>
                </a:path>
              </a:pathLst>
            </a:custGeom>
            <a:solidFill>
              <a:srgbClr val="EDDE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2840" bIns="42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59" name="Google Shape;205;p32"/>
            <p:cNvGrpSpPr/>
            <p:nvPr/>
          </p:nvGrpSpPr>
          <p:grpSpPr>
            <a:xfrm>
              <a:off x="5705280" y="939600"/>
              <a:ext cx="1524240" cy="2219040"/>
              <a:chOff x="5705280" y="939600"/>
              <a:chExt cx="1524240" cy="2219040"/>
            </a:xfrm>
          </p:grpSpPr>
          <p:sp>
            <p:nvSpPr>
              <p:cNvPr id="60" name="Google Shape;206;p32"/>
              <p:cNvSpPr/>
              <p:nvPr/>
            </p:nvSpPr>
            <p:spPr>
              <a:xfrm>
                <a:off x="6974640" y="939600"/>
                <a:ext cx="15480" cy="212400"/>
              </a:xfrm>
              <a:custGeom>
                <a:avLst/>
                <a:gdLst>
                  <a:gd name="textAreaLeft" fmla="*/ 0 w 15480"/>
                  <a:gd name="textAreaRight" fmla="*/ 15840 w 15480"/>
                  <a:gd name="textAreaTop" fmla="*/ 0 h 212400"/>
                  <a:gd name="textAreaBottom" fmla="*/ 212760 h 212400"/>
                </a:gdLst>
                <a:ahLst/>
                <a:cxnLst/>
                <a:rect l="textAreaLeft" t="textAreaTop" r="textAreaRight" b="textAreaBottom"/>
                <a:pathLst>
                  <a:path w="568" h="7707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1" name="Google Shape;207;p32"/>
              <p:cNvSpPr/>
              <p:nvPr/>
            </p:nvSpPr>
            <p:spPr>
              <a:xfrm>
                <a:off x="6874920" y="1037160"/>
                <a:ext cx="212400" cy="15480"/>
              </a:xfrm>
              <a:custGeom>
                <a:avLst/>
                <a:gdLst>
                  <a:gd name="textAreaLeft" fmla="*/ 0 w 212400"/>
                  <a:gd name="textAreaRight" fmla="*/ 212760 w 212400"/>
                  <a:gd name="textAreaTop" fmla="*/ 0 h 15480"/>
                  <a:gd name="textAreaBottom" fmla="*/ 15840 h 15480"/>
                </a:gdLst>
                <a:ahLst/>
                <a:cxnLst/>
                <a:rect l="textAreaLeft" t="textAreaTop" r="textAreaRight" b="textAreaBottom"/>
                <a:pathLst>
                  <a:path w="7707" h="568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7920" bIns="7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2" name="Google Shape;208;p32"/>
              <p:cNvSpPr/>
              <p:nvPr/>
            </p:nvSpPr>
            <p:spPr>
              <a:xfrm>
                <a:off x="7074360" y="1181520"/>
                <a:ext cx="155160" cy="160560"/>
              </a:xfrm>
              <a:custGeom>
                <a:avLst/>
                <a:gdLst>
                  <a:gd name="textAreaLeft" fmla="*/ 0 w 155160"/>
                  <a:gd name="textAreaRight" fmla="*/ 155520 w 155160"/>
                  <a:gd name="textAreaTop" fmla="*/ 0 h 160560"/>
                  <a:gd name="textAreaBottom" fmla="*/ 160920 h 160560"/>
                </a:gdLst>
                <a:ahLst/>
                <a:cxnLst/>
                <a:rect l="textAreaLeft" t="textAreaTop" r="textAreaRight" b="textAreaBottom"/>
                <a:pathLst>
                  <a:path w="5627" h="5825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80280" bIns="802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3" name="Google Shape;209;p32"/>
              <p:cNvSpPr/>
              <p:nvPr/>
            </p:nvSpPr>
            <p:spPr>
              <a:xfrm>
                <a:off x="6876000" y="2063160"/>
                <a:ext cx="84600" cy="85320"/>
              </a:xfrm>
              <a:custGeom>
                <a:avLst/>
                <a:gdLst>
                  <a:gd name="textAreaLeft" fmla="*/ 0 w 84600"/>
                  <a:gd name="textAreaRight" fmla="*/ 84960 w 8460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3070" h="3104"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369" y="3103"/>
                      <a:pt x="3070" y="2369"/>
                      <a:pt x="3070" y="1535"/>
                    </a:cubicBezTo>
                    <a:cubicBezTo>
                      <a:pt x="3070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2840" bIns="42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4" name="Google Shape;210;p32"/>
              <p:cNvSpPr/>
              <p:nvPr/>
            </p:nvSpPr>
            <p:spPr>
              <a:xfrm>
                <a:off x="6752520" y="1717200"/>
                <a:ext cx="174600" cy="190800"/>
              </a:xfrm>
              <a:custGeom>
                <a:avLst/>
                <a:gdLst>
                  <a:gd name="textAreaLeft" fmla="*/ 0 w 174600"/>
                  <a:gd name="textAreaRight" fmla="*/ 174960 w 174600"/>
                  <a:gd name="textAreaTop" fmla="*/ 0 h 190800"/>
                  <a:gd name="textAreaBottom" fmla="*/ 191160 h 190800"/>
                </a:gdLst>
                <a:ahLst/>
                <a:cxnLst/>
                <a:rect l="textAreaLeft" t="textAreaTop" r="textAreaRight" b="textAreaBottom"/>
                <a:pathLst>
                  <a:path w="6338" h="6925">
                    <a:moveTo>
                      <a:pt x="749" y="0"/>
                    </a:moveTo>
                    <a:cubicBezTo>
                      <a:pt x="358" y="0"/>
                      <a:pt x="0" y="307"/>
                      <a:pt x="0" y="708"/>
                    </a:cubicBezTo>
                    <a:lnTo>
                      <a:pt x="0" y="6179"/>
                    </a:lnTo>
                    <a:cubicBezTo>
                      <a:pt x="0" y="6626"/>
                      <a:pt x="351" y="6925"/>
                      <a:pt x="737" y="6925"/>
                    </a:cubicBezTo>
                    <a:cubicBezTo>
                      <a:pt x="870" y="6925"/>
                      <a:pt x="1006" y="6890"/>
                      <a:pt x="1134" y="6813"/>
                    </a:cubicBezTo>
                    <a:lnTo>
                      <a:pt x="5838" y="4111"/>
                    </a:lnTo>
                    <a:cubicBezTo>
                      <a:pt x="6338" y="3811"/>
                      <a:pt x="6338" y="3077"/>
                      <a:pt x="5838" y="2810"/>
                    </a:cubicBezTo>
                    <a:lnTo>
                      <a:pt x="1134" y="108"/>
                    </a:lnTo>
                    <a:cubicBezTo>
                      <a:pt x="1010" y="34"/>
                      <a:pt x="878" y="0"/>
                      <a:pt x="74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5" name="Google Shape;211;p32"/>
              <p:cNvSpPr/>
              <p:nvPr/>
            </p:nvSpPr>
            <p:spPr>
              <a:xfrm>
                <a:off x="5705280" y="2938680"/>
                <a:ext cx="68760" cy="68760"/>
              </a:xfrm>
              <a:custGeom>
                <a:avLst/>
                <a:gdLst>
                  <a:gd name="textAreaLeft" fmla="*/ 0 w 68760"/>
                  <a:gd name="textAreaRight" fmla="*/ 69120 w 68760"/>
                  <a:gd name="textAreaTop" fmla="*/ 0 h 68760"/>
                  <a:gd name="textAreaBottom" fmla="*/ 69120 h 68760"/>
                </a:gdLst>
                <a:ahLst/>
                <a:cxnLst/>
                <a:rect l="textAreaLeft" t="textAreaTop" r="textAreaRight" b="textAreaBottom"/>
                <a:pathLst>
                  <a:path w="2503" h="2502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4560" bIns="345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6" name="Google Shape;212;p32"/>
              <p:cNvSpPr/>
              <p:nvPr/>
            </p:nvSpPr>
            <p:spPr>
              <a:xfrm>
                <a:off x="5848920" y="30733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3103" h="3103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2840" bIns="42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7" name="Google Shape;213;p32"/>
              <p:cNvSpPr/>
              <p:nvPr/>
            </p:nvSpPr>
            <p:spPr>
              <a:xfrm>
                <a:off x="5823000" y="2759040"/>
                <a:ext cx="200520" cy="171360"/>
              </a:xfrm>
              <a:custGeom>
                <a:avLst/>
                <a:gdLst>
                  <a:gd name="textAreaLeft" fmla="*/ 0 w 200520"/>
                  <a:gd name="textAreaRight" fmla="*/ 200880 w 200520"/>
                  <a:gd name="textAreaTop" fmla="*/ 0 h 171360"/>
                  <a:gd name="textAreaBottom" fmla="*/ 171720 h 171360"/>
                </a:gdLst>
                <a:ahLst/>
                <a:cxnLst/>
                <a:rect l="textAreaLeft" t="textAreaTop" r="textAreaRight" b="textAreaBottom"/>
                <a:pathLst>
                  <a:path w="7273" h="6214">
                    <a:moveTo>
                      <a:pt x="934" y="0"/>
                    </a:moveTo>
                    <a:cubicBezTo>
                      <a:pt x="367" y="0"/>
                      <a:pt x="0" y="634"/>
                      <a:pt x="267" y="1135"/>
                    </a:cubicBezTo>
                    <a:lnTo>
                      <a:pt x="3002" y="5838"/>
                    </a:lnTo>
                    <a:cubicBezTo>
                      <a:pt x="3136" y="6088"/>
                      <a:pt x="3386" y="6213"/>
                      <a:pt x="3636" y="6213"/>
                    </a:cubicBezTo>
                    <a:cubicBezTo>
                      <a:pt x="3886" y="6213"/>
                      <a:pt x="4137" y="6088"/>
                      <a:pt x="4270" y="5838"/>
                    </a:cubicBezTo>
                    <a:lnTo>
                      <a:pt x="7005" y="1135"/>
                    </a:lnTo>
                    <a:cubicBezTo>
                      <a:pt x="7272" y="601"/>
                      <a:pt x="6905" y="0"/>
                      <a:pt x="637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85680" bIns="856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68" name="Google Shape;214;p32"/>
            <p:cNvSpPr/>
            <p:nvPr/>
          </p:nvSpPr>
          <p:spPr>
            <a:xfrm>
              <a:off x="5553360" y="291960"/>
              <a:ext cx="448560" cy="449280"/>
            </a:xfrm>
            <a:custGeom>
              <a:avLst/>
              <a:gdLst>
                <a:gd name="textAreaLeft" fmla="*/ 0 w 448560"/>
                <a:gd name="textAreaRight" fmla="*/ 448920 w 448560"/>
                <a:gd name="textAreaTop" fmla="*/ 0 h 449280"/>
                <a:gd name="textAreaBottom" fmla="*/ 449640 h 449280"/>
              </a:gdLst>
              <a:ahLst/>
              <a:cxnLst/>
              <a:rect l="textAreaLeft" t="textAreaTop" r="textAreaRight" b="textAreaBottom"/>
              <a:pathLst>
                <a:path w="16246" h="16280">
                  <a:moveTo>
                    <a:pt x="8106" y="1"/>
                  </a:moveTo>
                  <a:cubicBezTo>
                    <a:pt x="3636" y="1"/>
                    <a:pt x="0" y="3637"/>
                    <a:pt x="0" y="8140"/>
                  </a:cubicBezTo>
                  <a:cubicBezTo>
                    <a:pt x="0" y="12643"/>
                    <a:pt x="3636" y="16279"/>
                    <a:pt x="8106" y="16279"/>
                  </a:cubicBezTo>
                  <a:cubicBezTo>
                    <a:pt x="12609" y="16279"/>
                    <a:pt x="16245" y="12643"/>
                    <a:pt x="16245" y="8140"/>
                  </a:cubicBezTo>
                  <a:cubicBezTo>
                    <a:pt x="16245" y="3637"/>
                    <a:pt x="12609" y="1"/>
                    <a:pt x="810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215;p32"/>
            <p:cNvSpPr/>
            <p:nvPr/>
          </p:nvSpPr>
          <p:spPr>
            <a:xfrm>
              <a:off x="5595480" y="334080"/>
              <a:ext cx="363600" cy="364680"/>
            </a:xfrm>
            <a:custGeom>
              <a:avLst/>
              <a:gdLst>
                <a:gd name="textAreaLeft" fmla="*/ 0 w 363600"/>
                <a:gd name="textAreaRight" fmla="*/ 363960 w 363600"/>
                <a:gd name="textAreaTop" fmla="*/ 0 h 364680"/>
                <a:gd name="textAreaBottom" fmla="*/ 365040 h 364680"/>
              </a:gdLst>
              <a:ahLst/>
              <a:cxnLst/>
              <a:rect l="textAreaLeft" t="textAreaTop" r="textAreaRight" b="textAreaBottom"/>
              <a:pathLst>
                <a:path w="13177" h="13210">
                  <a:moveTo>
                    <a:pt x="6572" y="0"/>
                  </a:moveTo>
                  <a:cubicBezTo>
                    <a:pt x="2936" y="0"/>
                    <a:pt x="1" y="2969"/>
                    <a:pt x="1" y="6605"/>
                  </a:cubicBezTo>
                  <a:cubicBezTo>
                    <a:pt x="1" y="10241"/>
                    <a:pt x="2936" y="13210"/>
                    <a:pt x="6572" y="13210"/>
                  </a:cubicBezTo>
                  <a:cubicBezTo>
                    <a:pt x="10241" y="13210"/>
                    <a:pt x="13177" y="10241"/>
                    <a:pt x="13177" y="6605"/>
                  </a:cubicBezTo>
                  <a:cubicBezTo>
                    <a:pt x="13177" y="2969"/>
                    <a:pt x="10241" y="0"/>
                    <a:pt x="6572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216;p32"/>
            <p:cNvSpPr/>
            <p:nvPr/>
          </p:nvSpPr>
          <p:spPr>
            <a:xfrm>
              <a:off x="5668560" y="364680"/>
              <a:ext cx="219960" cy="303840"/>
            </a:xfrm>
            <a:custGeom>
              <a:avLst/>
              <a:gdLst>
                <a:gd name="textAreaLeft" fmla="*/ 0 w 219960"/>
                <a:gd name="textAreaRight" fmla="*/ 220320 w 219960"/>
                <a:gd name="textAreaTop" fmla="*/ 0 h 303840"/>
                <a:gd name="textAreaBottom" fmla="*/ 304200 h 303840"/>
              </a:gdLst>
              <a:ahLst/>
              <a:cxnLst/>
              <a:rect l="textAreaLeft" t="textAreaTop" r="textAreaRight" b="textAreaBottom"/>
              <a:pathLst>
                <a:path w="7973" h="11008">
                  <a:moveTo>
                    <a:pt x="3069" y="2802"/>
                  </a:moveTo>
                  <a:cubicBezTo>
                    <a:pt x="3536" y="2835"/>
                    <a:pt x="4003" y="2835"/>
                    <a:pt x="4403" y="2835"/>
                  </a:cubicBezTo>
                  <a:cubicBezTo>
                    <a:pt x="4570" y="2869"/>
                    <a:pt x="4737" y="2902"/>
                    <a:pt x="4904" y="3002"/>
                  </a:cubicBezTo>
                  <a:cubicBezTo>
                    <a:pt x="5304" y="3169"/>
                    <a:pt x="5471" y="3469"/>
                    <a:pt x="5471" y="3836"/>
                  </a:cubicBezTo>
                  <a:cubicBezTo>
                    <a:pt x="5404" y="4270"/>
                    <a:pt x="5204" y="4470"/>
                    <a:pt x="4870" y="4637"/>
                  </a:cubicBezTo>
                  <a:cubicBezTo>
                    <a:pt x="4470" y="4837"/>
                    <a:pt x="4003" y="4837"/>
                    <a:pt x="3536" y="4837"/>
                  </a:cubicBezTo>
                  <a:lnTo>
                    <a:pt x="3069" y="4837"/>
                  </a:lnTo>
                  <a:lnTo>
                    <a:pt x="3069" y="2802"/>
                  </a:lnTo>
                  <a:close/>
                  <a:moveTo>
                    <a:pt x="3659" y="5834"/>
                  </a:moveTo>
                  <a:cubicBezTo>
                    <a:pt x="4047" y="5834"/>
                    <a:pt x="4425" y="5849"/>
                    <a:pt x="4803" y="5938"/>
                  </a:cubicBezTo>
                  <a:cubicBezTo>
                    <a:pt x="5004" y="5971"/>
                    <a:pt x="5204" y="6038"/>
                    <a:pt x="5404" y="6138"/>
                  </a:cubicBezTo>
                  <a:cubicBezTo>
                    <a:pt x="5737" y="6305"/>
                    <a:pt x="5904" y="6605"/>
                    <a:pt x="5904" y="7005"/>
                  </a:cubicBezTo>
                  <a:cubicBezTo>
                    <a:pt x="5871" y="7372"/>
                    <a:pt x="5671" y="7639"/>
                    <a:pt x="5337" y="7806"/>
                  </a:cubicBezTo>
                  <a:cubicBezTo>
                    <a:pt x="4870" y="8039"/>
                    <a:pt x="4370" y="8106"/>
                    <a:pt x="3869" y="8106"/>
                  </a:cubicBezTo>
                  <a:lnTo>
                    <a:pt x="3069" y="8106"/>
                  </a:lnTo>
                  <a:lnTo>
                    <a:pt x="3069" y="5838"/>
                  </a:lnTo>
                  <a:cubicBezTo>
                    <a:pt x="3269" y="5838"/>
                    <a:pt x="3465" y="5834"/>
                    <a:pt x="3659" y="5834"/>
                  </a:cubicBezTo>
                  <a:close/>
                  <a:moveTo>
                    <a:pt x="3869" y="0"/>
                  </a:moveTo>
                  <a:lnTo>
                    <a:pt x="3869" y="1635"/>
                  </a:lnTo>
                  <a:cubicBezTo>
                    <a:pt x="3569" y="1635"/>
                    <a:pt x="3336" y="1635"/>
                    <a:pt x="3036" y="1668"/>
                  </a:cubicBezTo>
                  <a:lnTo>
                    <a:pt x="3036" y="33"/>
                  </a:lnTo>
                  <a:lnTo>
                    <a:pt x="2035" y="33"/>
                  </a:lnTo>
                  <a:lnTo>
                    <a:pt x="2035" y="1701"/>
                  </a:lnTo>
                  <a:lnTo>
                    <a:pt x="0" y="1701"/>
                  </a:lnTo>
                  <a:lnTo>
                    <a:pt x="0" y="2802"/>
                  </a:lnTo>
                  <a:lnTo>
                    <a:pt x="834" y="2802"/>
                  </a:lnTo>
                  <a:cubicBezTo>
                    <a:pt x="1168" y="2802"/>
                    <a:pt x="1334" y="3002"/>
                    <a:pt x="1334" y="3336"/>
                  </a:cubicBezTo>
                  <a:lnTo>
                    <a:pt x="1334" y="5371"/>
                  </a:lnTo>
                  <a:lnTo>
                    <a:pt x="1334" y="7706"/>
                  </a:lnTo>
                  <a:cubicBezTo>
                    <a:pt x="1334" y="8006"/>
                    <a:pt x="1201" y="8139"/>
                    <a:pt x="901" y="8139"/>
                  </a:cubicBezTo>
                  <a:lnTo>
                    <a:pt x="200" y="8139"/>
                  </a:lnTo>
                  <a:cubicBezTo>
                    <a:pt x="100" y="8540"/>
                    <a:pt x="67" y="8940"/>
                    <a:pt x="0" y="9340"/>
                  </a:cubicBezTo>
                  <a:lnTo>
                    <a:pt x="2035" y="9340"/>
                  </a:lnTo>
                  <a:lnTo>
                    <a:pt x="2035" y="11008"/>
                  </a:lnTo>
                  <a:lnTo>
                    <a:pt x="3036" y="11008"/>
                  </a:lnTo>
                  <a:lnTo>
                    <a:pt x="3036" y="9340"/>
                  </a:lnTo>
                  <a:lnTo>
                    <a:pt x="3836" y="9340"/>
                  </a:lnTo>
                  <a:lnTo>
                    <a:pt x="3836" y="11008"/>
                  </a:lnTo>
                  <a:lnTo>
                    <a:pt x="4837" y="11008"/>
                  </a:lnTo>
                  <a:lnTo>
                    <a:pt x="4837" y="9373"/>
                  </a:lnTo>
                  <a:cubicBezTo>
                    <a:pt x="5371" y="9307"/>
                    <a:pt x="5871" y="9207"/>
                    <a:pt x="6371" y="9107"/>
                  </a:cubicBezTo>
                  <a:cubicBezTo>
                    <a:pt x="7239" y="8840"/>
                    <a:pt x="7739" y="8306"/>
                    <a:pt x="7872" y="7372"/>
                  </a:cubicBezTo>
                  <a:cubicBezTo>
                    <a:pt x="7906" y="7272"/>
                    <a:pt x="7906" y="7139"/>
                    <a:pt x="7906" y="7005"/>
                  </a:cubicBezTo>
                  <a:cubicBezTo>
                    <a:pt x="7972" y="6038"/>
                    <a:pt x="7539" y="5437"/>
                    <a:pt x="6571" y="5170"/>
                  </a:cubicBezTo>
                  <a:cubicBezTo>
                    <a:pt x="6538" y="5137"/>
                    <a:pt x="6538" y="5137"/>
                    <a:pt x="6505" y="5137"/>
                  </a:cubicBezTo>
                  <a:lnTo>
                    <a:pt x="6538" y="5104"/>
                  </a:lnTo>
                  <a:cubicBezTo>
                    <a:pt x="7339" y="4603"/>
                    <a:pt x="7572" y="3669"/>
                    <a:pt x="7205" y="2835"/>
                  </a:cubicBezTo>
                  <a:cubicBezTo>
                    <a:pt x="7005" y="2335"/>
                    <a:pt x="6605" y="2035"/>
                    <a:pt x="6138" y="1935"/>
                  </a:cubicBezTo>
                  <a:cubicBezTo>
                    <a:pt x="5737" y="1801"/>
                    <a:pt x="5371" y="1768"/>
                    <a:pt x="5004" y="1668"/>
                  </a:cubicBezTo>
                  <a:cubicBezTo>
                    <a:pt x="4904" y="1668"/>
                    <a:pt x="4870" y="1635"/>
                    <a:pt x="4870" y="1535"/>
                  </a:cubicBezTo>
                  <a:lnTo>
                    <a:pt x="4870" y="834"/>
                  </a:lnTo>
                  <a:lnTo>
                    <a:pt x="4870" y="0"/>
                  </a:lnTo>
                  <a:close/>
                </a:path>
              </a:pathLst>
            </a:custGeom>
            <a:solidFill>
              <a:srgbClr val="F5FD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217;p32"/>
            <p:cNvSpPr/>
            <p:nvPr/>
          </p:nvSpPr>
          <p:spPr>
            <a:xfrm>
              <a:off x="8084160" y="4689360"/>
              <a:ext cx="380160" cy="108360"/>
            </a:xfrm>
            <a:custGeom>
              <a:avLst/>
              <a:gdLst>
                <a:gd name="textAreaLeft" fmla="*/ 0 w 380160"/>
                <a:gd name="textAreaRight" fmla="*/ 380520 w 380160"/>
                <a:gd name="textAreaTop" fmla="*/ 0 h 108360"/>
                <a:gd name="textAreaBottom" fmla="*/ 108720 h 108360"/>
              </a:gdLst>
              <a:ahLst/>
              <a:cxnLst/>
              <a:rect l="textAreaLeft" t="textAreaTop" r="textAreaRight" b="textAreaBottom"/>
              <a:pathLst>
                <a:path w="13777" h="3938">
                  <a:moveTo>
                    <a:pt x="6872" y="1"/>
                  </a:moveTo>
                  <a:cubicBezTo>
                    <a:pt x="3069" y="1"/>
                    <a:pt x="0" y="868"/>
                    <a:pt x="0" y="1969"/>
                  </a:cubicBezTo>
                  <a:cubicBezTo>
                    <a:pt x="0" y="3036"/>
                    <a:pt x="3069" y="3937"/>
                    <a:pt x="6872" y="3937"/>
                  </a:cubicBezTo>
                  <a:cubicBezTo>
                    <a:pt x="10674" y="3937"/>
                    <a:pt x="13777" y="3036"/>
                    <a:pt x="13777" y="1969"/>
                  </a:cubicBezTo>
                  <a:cubicBezTo>
                    <a:pt x="13777" y="868"/>
                    <a:pt x="10674" y="1"/>
                    <a:pt x="6872" y="1"/>
                  </a:cubicBezTo>
                  <a:close/>
                </a:path>
              </a:pathLst>
            </a:custGeom>
            <a:solidFill>
              <a:srgbClr val="3737B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360" bIns="54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218;p32"/>
            <p:cNvSpPr/>
            <p:nvPr/>
          </p:nvSpPr>
          <p:spPr>
            <a:xfrm>
              <a:off x="8098920" y="4413960"/>
              <a:ext cx="349920" cy="122040"/>
            </a:xfrm>
            <a:custGeom>
              <a:avLst/>
              <a:gdLst>
                <a:gd name="textAreaLeft" fmla="*/ 0 w 349920"/>
                <a:gd name="textAreaRight" fmla="*/ 350280 w 349920"/>
                <a:gd name="textAreaTop" fmla="*/ 0 h 122040"/>
                <a:gd name="textAreaBottom" fmla="*/ 122400 h 122040"/>
              </a:gdLst>
              <a:ahLst/>
              <a:cxnLst/>
              <a:rect l="textAreaLeft" t="textAreaTop" r="textAreaRight" b="textAreaBottom"/>
              <a:pathLst>
                <a:path w="12677" h="4437">
                  <a:moveTo>
                    <a:pt x="6339" y="0"/>
                  </a:moveTo>
                  <a:cubicBezTo>
                    <a:pt x="2836" y="0"/>
                    <a:pt x="1" y="1001"/>
                    <a:pt x="1" y="2202"/>
                  </a:cubicBezTo>
                  <a:cubicBezTo>
                    <a:pt x="1" y="3436"/>
                    <a:pt x="2836" y="4437"/>
                    <a:pt x="6339" y="4437"/>
                  </a:cubicBezTo>
                  <a:cubicBezTo>
                    <a:pt x="9841" y="4437"/>
                    <a:pt x="12677" y="3436"/>
                    <a:pt x="12677" y="2202"/>
                  </a:cubicBezTo>
                  <a:cubicBezTo>
                    <a:pt x="12677" y="1001"/>
                    <a:pt x="9841" y="0"/>
                    <a:pt x="6339" y="0"/>
                  </a:cubicBezTo>
                  <a:close/>
                </a:path>
              </a:pathLst>
            </a:custGeom>
            <a:solidFill>
              <a:srgbClr val="09066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0" bIns="61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219;p32"/>
            <p:cNvSpPr/>
            <p:nvPr/>
          </p:nvSpPr>
          <p:spPr>
            <a:xfrm>
              <a:off x="8102520" y="4486680"/>
              <a:ext cx="340560" cy="262440"/>
            </a:xfrm>
            <a:custGeom>
              <a:avLst/>
              <a:gdLst>
                <a:gd name="textAreaLeft" fmla="*/ 0 w 340560"/>
                <a:gd name="textAreaRight" fmla="*/ 340920 w 340560"/>
                <a:gd name="textAreaTop" fmla="*/ 0 h 262440"/>
                <a:gd name="textAreaBottom" fmla="*/ 262800 h 262440"/>
              </a:gdLst>
              <a:ahLst/>
              <a:cxnLst/>
              <a:rect l="textAreaLeft" t="textAreaTop" r="textAreaRight" b="textAreaBottom"/>
              <a:pathLst>
                <a:path w="12343" h="9508">
                  <a:moveTo>
                    <a:pt x="0" y="0"/>
                  </a:moveTo>
                  <a:lnTo>
                    <a:pt x="1968" y="7205"/>
                  </a:lnTo>
                  <a:cubicBezTo>
                    <a:pt x="2335" y="8606"/>
                    <a:pt x="3603" y="9507"/>
                    <a:pt x="5004" y="9507"/>
                  </a:cubicBezTo>
                  <a:lnTo>
                    <a:pt x="7339" y="9507"/>
                  </a:lnTo>
                  <a:cubicBezTo>
                    <a:pt x="8773" y="9507"/>
                    <a:pt x="10007" y="8540"/>
                    <a:pt x="10374" y="7205"/>
                  </a:cubicBezTo>
                  <a:lnTo>
                    <a:pt x="12342" y="0"/>
                  </a:lnTo>
                  <a:lnTo>
                    <a:pt x="12342" y="0"/>
                  </a:lnTo>
                  <a:cubicBezTo>
                    <a:pt x="11842" y="1034"/>
                    <a:pt x="9307" y="1802"/>
                    <a:pt x="6205" y="1802"/>
                  </a:cubicBezTo>
                  <a:cubicBezTo>
                    <a:pt x="3136" y="1802"/>
                    <a:pt x="534" y="1034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220;p32"/>
            <p:cNvSpPr/>
            <p:nvPr/>
          </p:nvSpPr>
          <p:spPr>
            <a:xfrm>
              <a:off x="8140320" y="4443840"/>
              <a:ext cx="264960" cy="92160"/>
            </a:xfrm>
            <a:custGeom>
              <a:avLst/>
              <a:gdLst>
                <a:gd name="textAreaLeft" fmla="*/ 0 w 264960"/>
                <a:gd name="textAreaRight" fmla="*/ 265320 w 264960"/>
                <a:gd name="textAreaTop" fmla="*/ 0 h 92160"/>
                <a:gd name="textAreaBottom" fmla="*/ 92520 h 92160"/>
              </a:gdLst>
              <a:ahLst/>
              <a:cxnLst/>
              <a:rect l="textAreaLeft" t="textAreaTop" r="textAreaRight" b="textAreaBottom"/>
              <a:pathLst>
                <a:path w="9608" h="3343">
                  <a:moveTo>
                    <a:pt x="4881" y="1"/>
                  </a:moveTo>
                  <a:cubicBezTo>
                    <a:pt x="2965" y="1"/>
                    <a:pt x="989" y="747"/>
                    <a:pt x="1" y="2542"/>
                  </a:cubicBezTo>
                  <a:cubicBezTo>
                    <a:pt x="1168" y="3042"/>
                    <a:pt x="2903" y="3343"/>
                    <a:pt x="4838" y="3343"/>
                  </a:cubicBezTo>
                  <a:cubicBezTo>
                    <a:pt x="6772" y="3343"/>
                    <a:pt x="8440" y="3042"/>
                    <a:pt x="9608" y="2575"/>
                  </a:cubicBezTo>
                  <a:cubicBezTo>
                    <a:pt x="9474" y="1875"/>
                    <a:pt x="8907" y="1241"/>
                    <a:pt x="8274" y="874"/>
                  </a:cubicBezTo>
                  <a:cubicBezTo>
                    <a:pt x="7363" y="320"/>
                    <a:pt x="6135" y="1"/>
                    <a:pt x="4881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080" bIns="46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221;p32"/>
            <p:cNvSpPr/>
            <p:nvPr/>
          </p:nvSpPr>
          <p:spPr>
            <a:xfrm>
              <a:off x="8082360" y="4208400"/>
              <a:ext cx="337680" cy="302040"/>
            </a:xfrm>
            <a:custGeom>
              <a:avLst/>
              <a:gdLst>
                <a:gd name="textAreaLeft" fmla="*/ 0 w 337680"/>
                <a:gd name="textAreaRight" fmla="*/ 338040 w 337680"/>
                <a:gd name="textAreaTop" fmla="*/ 0 h 302040"/>
                <a:gd name="textAreaBottom" fmla="*/ 302400 h 302040"/>
              </a:gdLst>
              <a:ahLst/>
              <a:cxnLst/>
              <a:rect l="textAreaLeft" t="textAreaTop" r="textAreaRight" b="textAreaBottom"/>
              <a:pathLst>
                <a:path w="12243" h="10942">
                  <a:moveTo>
                    <a:pt x="5905" y="0"/>
                  </a:moveTo>
                  <a:cubicBezTo>
                    <a:pt x="5171" y="0"/>
                    <a:pt x="4737" y="834"/>
                    <a:pt x="4570" y="1602"/>
                  </a:cubicBezTo>
                  <a:cubicBezTo>
                    <a:pt x="4103" y="4237"/>
                    <a:pt x="4937" y="6505"/>
                    <a:pt x="5905" y="8773"/>
                  </a:cubicBezTo>
                  <a:cubicBezTo>
                    <a:pt x="5771" y="8573"/>
                    <a:pt x="5671" y="8406"/>
                    <a:pt x="5538" y="8206"/>
                  </a:cubicBezTo>
                  <a:cubicBezTo>
                    <a:pt x="5071" y="7506"/>
                    <a:pt x="4570" y="6772"/>
                    <a:pt x="4103" y="5905"/>
                  </a:cubicBezTo>
                  <a:cubicBezTo>
                    <a:pt x="3837" y="5371"/>
                    <a:pt x="3536" y="4737"/>
                    <a:pt x="3036" y="4270"/>
                  </a:cubicBezTo>
                  <a:cubicBezTo>
                    <a:pt x="2640" y="3899"/>
                    <a:pt x="2116" y="3693"/>
                    <a:pt x="1640" y="3693"/>
                  </a:cubicBezTo>
                  <a:cubicBezTo>
                    <a:pt x="1474" y="3693"/>
                    <a:pt x="1314" y="3718"/>
                    <a:pt x="1168" y="3770"/>
                  </a:cubicBezTo>
                  <a:cubicBezTo>
                    <a:pt x="334" y="4070"/>
                    <a:pt x="0" y="5104"/>
                    <a:pt x="167" y="5905"/>
                  </a:cubicBezTo>
                  <a:cubicBezTo>
                    <a:pt x="334" y="6772"/>
                    <a:pt x="934" y="7439"/>
                    <a:pt x="1435" y="7939"/>
                  </a:cubicBezTo>
                  <a:cubicBezTo>
                    <a:pt x="2903" y="9374"/>
                    <a:pt x="4737" y="10408"/>
                    <a:pt x="6739" y="10908"/>
                  </a:cubicBezTo>
                  <a:cubicBezTo>
                    <a:pt x="6772" y="10908"/>
                    <a:pt x="6872" y="10942"/>
                    <a:pt x="6939" y="10942"/>
                  </a:cubicBezTo>
                  <a:cubicBezTo>
                    <a:pt x="8106" y="10942"/>
                    <a:pt x="10875" y="9107"/>
                    <a:pt x="11776" y="7506"/>
                  </a:cubicBezTo>
                  <a:cubicBezTo>
                    <a:pt x="12009" y="6939"/>
                    <a:pt x="12243" y="6105"/>
                    <a:pt x="12042" y="5438"/>
                  </a:cubicBezTo>
                  <a:cubicBezTo>
                    <a:pt x="11942" y="5104"/>
                    <a:pt x="11742" y="4871"/>
                    <a:pt x="11442" y="4704"/>
                  </a:cubicBezTo>
                  <a:cubicBezTo>
                    <a:pt x="11270" y="4607"/>
                    <a:pt x="11071" y="4559"/>
                    <a:pt x="10858" y="4559"/>
                  </a:cubicBezTo>
                  <a:cubicBezTo>
                    <a:pt x="10407" y="4559"/>
                    <a:pt x="9893" y="4774"/>
                    <a:pt x="9441" y="5204"/>
                  </a:cubicBezTo>
                  <a:cubicBezTo>
                    <a:pt x="8406" y="6105"/>
                    <a:pt x="7739" y="7372"/>
                    <a:pt x="7272" y="8607"/>
                  </a:cubicBezTo>
                  <a:cubicBezTo>
                    <a:pt x="7573" y="6372"/>
                    <a:pt x="7573" y="4070"/>
                    <a:pt x="7239" y="1768"/>
                  </a:cubicBezTo>
                  <a:cubicBezTo>
                    <a:pt x="7206" y="1368"/>
                    <a:pt x="6905" y="0"/>
                    <a:pt x="5905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222;p32"/>
            <p:cNvSpPr/>
            <p:nvPr/>
          </p:nvSpPr>
          <p:spPr>
            <a:xfrm>
              <a:off x="8101440" y="4486680"/>
              <a:ext cx="207000" cy="262440"/>
            </a:xfrm>
            <a:custGeom>
              <a:avLst/>
              <a:gdLst>
                <a:gd name="textAreaLeft" fmla="*/ 0 w 207000"/>
                <a:gd name="textAreaRight" fmla="*/ 207360 w 207000"/>
                <a:gd name="textAreaTop" fmla="*/ 0 h 262440"/>
                <a:gd name="textAreaBottom" fmla="*/ 262800 h 262440"/>
              </a:gdLst>
              <a:ahLst/>
              <a:cxnLst/>
              <a:rect l="textAreaLeft" t="textAreaTop" r="textAreaRight" b="textAreaBottom"/>
              <a:pathLst>
                <a:path w="7507" h="9508">
                  <a:moveTo>
                    <a:pt x="1" y="0"/>
                  </a:moveTo>
                  <a:lnTo>
                    <a:pt x="1969" y="7205"/>
                  </a:lnTo>
                  <a:cubicBezTo>
                    <a:pt x="2336" y="8606"/>
                    <a:pt x="3570" y="9507"/>
                    <a:pt x="5005" y="9507"/>
                  </a:cubicBezTo>
                  <a:lnTo>
                    <a:pt x="7506" y="9507"/>
                  </a:lnTo>
                  <a:cubicBezTo>
                    <a:pt x="4304" y="7539"/>
                    <a:pt x="3904" y="4037"/>
                    <a:pt x="4071" y="1668"/>
                  </a:cubicBezTo>
                  <a:cubicBezTo>
                    <a:pt x="2002" y="1435"/>
                    <a:pt x="468" y="801"/>
                    <a:pt x="1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223;p32"/>
            <p:cNvSpPr/>
            <p:nvPr/>
          </p:nvSpPr>
          <p:spPr>
            <a:xfrm>
              <a:off x="8462880" y="4195440"/>
              <a:ext cx="511200" cy="176760"/>
            </a:xfrm>
            <a:custGeom>
              <a:avLst/>
              <a:gdLst>
                <a:gd name="textAreaLeft" fmla="*/ 0 w 511200"/>
                <a:gd name="textAreaRight" fmla="*/ 511560 w 511200"/>
                <a:gd name="textAreaTop" fmla="*/ 0 h 176760"/>
                <a:gd name="textAreaBottom" fmla="*/ 177120 h 176760"/>
              </a:gdLst>
              <a:ahLst/>
              <a:cxnLst/>
              <a:rect l="textAreaLeft" t="textAreaTop" r="textAreaRight" b="textAreaBottom"/>
              <a:pathLst>
                <a:path w="18515" h="6406">
                  <a:moveTo>
                    <a:pt x="9274" y="0"/>
                  </a:moveTo>
                  <a:cubicBezTo>
                    <a:pt x="4137" y="0"/>
                    <a:pt x="1" y="1401"/>
                    <a:pt x="1" y="3203"/>
                  </a:cubicBezTo>
                  <a:cubicBezTo>
                    <a:pt x="1" y="4971"/>
                    <a:pt x="4171" y="6405"/>
                    <a:pt x="9274" y="6405"/>
                  </a:cubicBezTo>
                  <a:cubicBezTo>
                    <a:pt x="14411" y="6405"/>
                    <a:pt x="18514" y="5004"/>
                    <a:pt x="18514" y="3203"/>
                  </a:cubicBezTo>
                  <a:cubicBezTo>
                    <a:pt x="18514" y="1401"/>
                    <a:pt x="14411" y="0"/>
                    <a:pt x="9274" y="0"/>
                  </a:cubicBezTo>
                  <a:close/>
                </a:path>
              </a:pathLst>
            </a:custGeom>
            <a:solidFill>
              <a:srgbClr val="35CFD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8560" bIns="88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224;p32"/>
            <p:cNvSpPr/>
            <p:nvPr/>
          </p:nvSpPr>
          <p:spPr>
            <a:xfrm>
              <a:off x="8166960" y="3638160"/>
              <a:ext cx="600480" cy="686160"/>
            </a:xfrm>
            <a:custGeom>
              <a:avLst/>
              <a:gdLst>
                <a:gd name="textAreaLeft" fmla="*/ 0 w 600480"/>
                <a:gd name="textAreaRight" fmla="*/ 600840 w 600480"/>
                <a:gd name="textAreaTop" fmla="*/ 0 h 686160"/>
                <a:gd name="textAreaBottom" fmla="*/ 686520 h 686160"/>
              </a:gdLst>
              <a:ahLst/>
              <a:cxnLst/>
              <a:rect l="textAreaLeft" t="textAreaTop" r="textAreaRight" b="textAreaBottom"/>
              <a:pathLst>
                <a:path w="21750" h="24847">
                  <a:moveTo>
                    <a:pt x="2257" y="0"/>
                  </a:moveTo>
                  <a:cubicBezTo>
                    <a:pt x="1570" y="0"/>
                    <a:pt x="838" y="433"/>
                    <a:pt x="501" y="1063"/>
                  </a:cubicBezTo>
                  <a:cubicBezTo>
                    <a:pt x="0" y="2030"/>
                    <a:pt x="167" y="3164"/>
                    <a:pt x="467" y="4198"/>
                  </a:cubicBezTo>
                  <a:cubicBezTo>
                    <a:pt x="1168" y="6733"/>
                    <a:pt x="2636" y="9102"/>
                    <a:pt x="4604" y="10870"/>
                  </a:cubicBezTo>
                  <a:cubicBezTo>
                    <a:pt x="3036" y="11037"/>
                    <a:pt x="1935" y="12704"/>
                    <a:pt x="2169" y="14239"/>
                  </a:cubicBezTo>
                  <a:cubicBezTo>
                    <a:pt x="2369" y="15807"/>
                    <a:pt x="3703" y="17041"/>
                    <a:pt x="5171" y="17508"/>
                  </a:cubicBezTo>
                  <a:cubicBezTo>
                    <a:pt x="5716" y="17677"/>
                    <a:pt x="6278" y="17750"/>
                    <a:pt x="6843" y="17750"/>
                  </a:cubicBezTo>
                  <a:cubicBezTo>
                    <a:pt x="7832" y="17750"/>
                    <a:pt x="8827" y="17526"/>
                    <a:pt x="9741" y="17208"/>
                  </a:cubicBezTo>
                  <a:lnTo>
                    <a:pt x="9741" y="17208"/>
                  </a:lnTo>
                  <a:cubicBezTo>
                    <a:pt x="8473" y="18509"/>
                    <a:pt x="9340" y="20877"/>
                    <a:pt x="10875" y="21844"/>
                  </a:cubicBezTo>
                  <a:cubicBezTo>
                    <a:pt x="12476" y="22778"/>
                    <a:pt x="14377" y="22745"/>
                    <a:pt x="16212" y="22845"/>
                  </a:cubicBezTo>
                  <a:cubicBezTo>
                    <a:pt x="18047" y="22945"/>
                    <a:pt x="20048" y="23345"/>
                    <a:pt x="21149" y="24846"/>
                  </a:cubicBezTo>
                  <a:cubicBezTo>
                    <a:pt x="21682" y="21844"/>
                    <a:pt x="21749" y="18775"/>
                    <a:pt x="21382" y="15740"/>
                  </a:cubicBezTo>
                  <a:cubicBezTo>
                    <a:pt x="21282" y="14572"/>
                    <a:pt x="21015" y="13272"/>
                    <a:pt x="20148" y="12438"/>
                  </a:cubicBezTo>
                  <a:cubicBezTo>
                    <a:pt x="19735" y="12024"/>
                    <a:pt x="19117" y="11800"/>
                    <a:pt x="18526" y="11800"/>
                  </a:cubicBezTo>
                  <a:cubicBezTo>
                    <a:pt x="17923" y="11800"/>
                    <a:pt x="17349" y="12033"/>
                    <a:pt x="17046" y="12538"/>
                  </a:cubicBezTo>
                  <a:cubicBezTo>
                    <a:pt x="17113" y="10470"/>
                    <a:pt x="17113" y="8201"/>
                    <a:pt x="15878" y="6533"/>
                  </a:cubicBezTo>
                  <a:cubicBezTo>
                    <a:pt x="15192" y="5580"/>
                    <a:pt x="13949" y="4997"/>
                    <a:pt x="12798" y="4997"/>
                  </a:cubicBezTo>
                  <a:cubicBezTo>
                    <a:pt x="11937" y="4997"/>
                    <a:pt x="11127" y="5324"/>
                    <a:pt x="10641" y="6066"/>
                  </a:cubicBezTo>
                  <a:cubicBezTo>
                    <a:pt x="10075" y="2828"/>
                    <a:pt x="6842" y="300"/>
                    <a:pt x="3735" y="300"/>
                  </a:cubicBezTo>
                  <a:cubicBezTo>
                    <a:pt x="3546" y="300"/>
                    <a:pt x="3357" y="310"/>
                    <a:pt x="3169" y="329"/>
                  </a:cubicBezTo>
                  <a:cubicBezTo>
                    <a:pt x="2909" y="101"/>
                    <a:pt x="2588" y="0"/>
                    <a:pt x="2257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225;p32"/>
            <p:cNvSpPr/>
            <p:nvPr/>
          </p:nvSpPr>
          <p:spPr>
            <a:xfrm>
              <a:off x="8178840" y="3658320"/>
              <a:ext cx="576360" cy="662040"/>
            </a:xfrm>
            <a:custGeom>
              <a:avLst/>
              <a:gdLst>
                <a:gd name="textAreaLeft" fmla="*/ 0 w 576360"/>
                <a:gd name="textAreaRight" fmla="*/ 576720 w 576360"/>
                <a:gd name="textAreaTop" fmla="*/ 0 h 662040"/>
                <a:gd name="textAreaBottom" fmla="*/ 662400 h 662040"/>
              </a:gdLst>
              <a:ahLst/>
              <a:cxnLst/>
              <a:rect l="textAreaLeft" t="textAreaTop" r="textAreaRight" b="textAreaBottom"/>
              <a:pathLst>
                <a:path w="20883" h="23984">
                  <a:moveTo>
                    <a:pt x="268" y="0"/>
                  </a:moveTo>
                  <a:cubicBezTo>
                    <a:pt x="201" y="100"/>
                    <a:pt x="101" y="234"/>
                    <a:pt x="68" y="300"/>
                  </a:cubicBezTo>
                  <a:cubicBezTo>
                    <a:pt x="34" y="334"/>
                    <a:pt x="34" y="434"/>
                    <a:pt x="1" y="467"/>
                  </a:cubicBezTo>
                  <a:cubicBezTo>
                    <a:pt x="8774" y="6338"/>
                    <a:pt x="16012" y="14511"/>
                    <a:pt x="20716" y="23984"/>
                  </a:cubicBezTo>
                  <a:cubicBezTo>
                    <a:pt x="20782" y="23684"/>
                    <a:pt x="20849" y="23417"/>
                    <a:pt x="20883" y="23083"/>
                  </a:cubicBezTo>
                  <a:cubicBezTo>
                    <a:pt x="16112" y="13810"/>
                    <a:pt x="8941" y="5804"/>
                    <a:pt x="268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226;p32"/>
            <p:cNvSpPr/>
            <p:nvPr/>
          </p:nvSpPr>
          <p:spPr>
            <a:xfrm>
              <a:off x="8207640" y="3688560"/>
              <a:ext cx="231120" cy="187560"/>
            </a:xfrm>
            <a:custGeom>
              <a:avLst/>
              <a:gdLst>
                <a:gd name="textAreaLeft" fmla="*/ 0 w 231120"/>
                <a:gd name="textAreaRight" fmla="*/ 231480 w 231120"/>
                <a:gd name="textAreaTop" fmla="*/ 0 h 187560"/>
                <a:gd name="textAreaBottom" fmla="*/ 187920 h 187560"/>
              </a:gdLst>
              <a:ahLst/>
              <a:cxnLst/>
              <a:rect l="textAreaLeft" t="textAreaTop" r="textAreaRight" b="textAreaBottom"/>
              <a:pathLst>
                <a:path w="8373" h="6800">
                  <a:moveTo>
                    <a:pt x="6505" y="1"/>
                  </a:moveTo>
                  <a:lnTo>
                    <a:pt x="6505" y="1"/>
                  </a:lnTo>
                  <a:cubicBezTo>
                    <a:pt x="6471" y="2002"/>
                    <a:pt x="6838" y="4004"/>
                    <a:pt x="7505" y="5872"/>
                  </a:cubicBezTo>
                  <a:cubicBezTo>
                    <a:pt x="5998" y="5096"/>
                    <a:pt x="4299" y="4703"/>
                    <a:pt x="2585" y="4703"/>
                  </a:cubicBezTo>
                  <a:cubicBezTo>
                    <a:pt x="1719" y="4703"/>
                    <a:pt x="850" y="4803"/>
                    <a:pt x="0" y="5005"/>
                  </a:cubicBezTo>
                  <a:cubicBezTo>
                    <a:pt x="67" y="5171"/>
                    <a:pt x="167" y="5338"/>
                    <a:pt x="267" y="5505"/>
                  </a:cubicBezTo>
                  <a:cubicBezTo>
                    <a:pt x="1007" y="5353"/>
                    <a:pt x="1765" y="5277"/>
                    <a:pt x="2522" y="5277"/>
                  </a:cubicBezTo>
                  <a:cubicBezTo>
                    <a:pt x="4430" y="5277"/>
                    <a:pt x="6330" y="5760"/>
                    <a:pt x="7906" y="6739"/>
                  </a:cubicBezTo>
                  <a:cubicBezTo>
                    <a:pt x="7962" y="6781"/>
                    <a:pt x="8017" y="6800"/>
                    <a:pt x="8068" y="6800"/>
                  </a:cubicBezTo>
                  <a:cubicBezTo>
                    <a:pt x="8139" y="6800"/>
                    <a:pt x="8201" y="6764"/>
                    <a:pt x="8239" y="6706"/>
                  </a:cubicBezTo>
                  <a:cubicBezTo>
                    <a:pt x="8339" y="6639"/>
                    <a:pt x="8373" y="6506"/>
                    <a:pt x="8339" y="6372"/>
                  </a:cubicBezTo>
                  <a:cubicBezTo>
                    <a:pt x="7505" y="4538"/>
                    <a:pt x="7072" y="2503"/>
                    <a:pt x="7038" y="468"/>
                  </a:cubicBezTo>
                  <a:cubicBezTo>
                    <a:pt x="6872" y="301"/>
                    <a:pt x="6671" y="134"/>
                    <a:pt x="6505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227;p32"/>
            <p:cNvSpPr/>
            <p:nvPr/>
          </p:nvSpPr>
          <p:spPr>
            <a:xfrm>
              <a:off x="8226000" y="3785400"/>
              <a:ext cx="406800" cy="317520"/>
            </a:xfrm>
            <a:custGeom>
              <a:avLst/>
              <a:gdLst>
                <a:gd name="textAreaLeft" fmla="*/ 0 w 406800"/>
                <a:gd name="textAreaRight" fmla="*/ 407160 w 406800"/>
                <a:gd name="textAreaTop" fmla="*/ 0 h 317520"/>
                <a:gd name="textAreaBottom" fmla="*/ 317880 h 317520"/>
              </a:gdLst>
              <a:ahLst/>
              <a:cxnLst/>
              <a:rect l="textAreaLeft" t="textAreaTop" r="textAreaRight" b="textAreaBottom"/>
              <a:pathLst>
                <a:path w="14745" h="11509">
                  <a:moveTo>
                    <a:pt x="12209" y="0"/>
                  </a:moveTo>
                  <a:cubicBezTo>
                    <a:pt x="11809" y="3570"/>
                    <a:pt x="12342" y="7339"/>
                    <a:pt x="13743" y="10541"/>
                  </a:cubicBezTo>
                  <a:cubicBezTo>
                    <a:pt x="10968" y="9033"/>
                    <a:pt x="7820" y="8270"/>
                    <a:pt x="4740" y="8270"/>
                  </a:cubicBezTo>
                  <a:cubicBezTo>
                    <a:pt x="3120" y="8270"/>
                    <a:pt x="1518" y="8481"/>
                    <a:pt x="0" y="8907"/>
                  </a:cubicBezTo>
                  <a:cubicBezTo>
                    <a:pt x="34" y="9074"/>
                    <a:pt x="67" y="9240"/>
                    <a:pt x="134" y="9441"/>
                  </a:cubicBezTo>
                  <a:cubicBezTo>
                    <a:pt x="1607" y="9029"/>
                    <a:pt x="3161" y="8825"/>
                    <a:pt x="4734" y="8825"/>
                  </a:cubicBezTo>
                  <a:cubicBezTo>
                    <a:pt x="8006" y="8825"/>
                    <a:pt x="11360" y="9708"/>
                    <a:pt x="14244" y="11442"/>
                  </a:cubicBezTo>
                  <a:cubicBezTo>
                    <a:pt x="14344" y="11509"/>
                    <a:pt x="14377" y="11509"/>
                    <a:pt x="14410" y="11509"/>
                  </a:cubicBezTo>
                  <a:cubicBezTo>
                    <a:pt x="14511" y="11509"/>
                    <a:pt x="14544" y="11475"/>
                    <a:pt x="14644" y="11409"/>
                  </a:cubicBezTo>
                  <a:cubicBezTo>
                    <a:pt x="14711" y="11342"/>
                    <a:pt x="14744" y="11209"/>
                    <a:pt x="14677" y="11075"/>
                  </a:cubicBezTo>
                  <a:cubicBezTo>
                    <a:pt x="13009" y="7873"/>
                    <a:pt x="12376" y="4003"/>
                    <a:pt x="12743" y="301"/>
                  </a:cubicBezTo>
                  <a:cubicBezTo>
                    <a:pt x="12576" y="167"/>
                    <a:pt x="12409" y="67"/>
                    <a:pt x="12209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228;p32"/>
            <p:cNvSpPr/>
            <p:nvPr/>
          </p:nvSpPr>
          <p:spPr>
            <a:xfrm>
              <a:off x="8422200" y="3976200"/>
              <a:ext cx="307440" cy="245520"/>
            </a:xfrm>
            <a:custGeom>
              <a:avLst/>
              <a:gdLst>
                <a:gd name="textAreaLeft" fmla="*/ 0 w 307440"/>
                <a:gd name="textAreaRight" fmla="*/ 307800 w 307440"/>
                <a:gd name="textAreaTop" fmla="*/ 0 h 245520"/>
                <a:gd name="textAreaBottom" fmla="*/ 245880 h 245520"/>
              </a:gdLst>
              <a:ahLst/>
              <a:cxnLst/>
              <a:rect l="textAreaLeft" t="textAreaTop" r="textAreaRight" b="textAreaBottom"/>
              <a:pathLst>
                <a:path w="11142" h="8907">
                  <a:moveTo>
                    <a:pt x="10641" y="0"/>
                  </a:moveTo>
                  <a:cubicBezTo>
                    <a:pt x="9640" y="2602"/>
                    <a:pt x="9307" y="5438"/>
                    <a:pt x="9674" y="8140"/>
                  </a:cubicBezTo>
                  <a:cubicBezTo>
                    <a:pt x="7806" y="7339"/>
                    <a:pt x="5774" y="6943"/>
                    <a:pt x="3749" y="6943"/>
                  </a:cubicBezTo>
                  <a:cubicBezTo>
                    <a:pt x="2483" y="6943"/>
                    <a:pt x="1219" y="7098"/>
                    <a:pt x="0" y="7406"/>
                  </a:cubicBezTo>
                  <a:cubicBezTo>
                    <a:pt x="67" y="7573"/>
                    <a:pt x="134" y="7773"/>
                    <a:pt x="234" y="7939"/>
                  </a:cubicBezTo>
                  <a:cubicBezTo>
                    <a:pt x="1396" y="7637"/>
                    <a:pt x="2597" y="7488"/>
                    <a:pt x="3799" y="7488"/>
                  </a:cubicBezTo>
                  <a:cubicBezTo>
                    <a:pt x="5912" y="7488"/>
                    <a:pt x="8028" y="7947"/>
                    <a:pt x="9941" y="8840"/>
                  </a:cubicBezTo>
                  <a:cubicBezTo>
                    <a:pt x="9974" y="8840"/>
                    <a:pt x="10007" y="8907"/>
                    <a:pt x="10074" y="8907"/>
                  </a:cubicBezTo>
                  <a:cubicBezTo>
                    <a:pt x="10107" y="8907"/>
                    <a:pt x="10208" y="8907"/>
                    <a:pt x="10241" y="8840"/>
                  </a:cubicBezTo>
                  <a:cubicBezTo>
                    <a:pt x="10308" y="8773"/>
                    <a:pt x="10374" y="8673"/>
                    <a:pt x="10374" y="8573"/>
                  </a:cubicBezTo>
                  <a:cubicBezTo>
                    <a:pt x="9907" y="5838"/>
                    <a:pt x="10208" y="3003"/>
                    <a:pt x="11142" y="401"/>
                  </a:cubicBezTo>
                  <a:cubicBezTo>
                    <a:pt x="11041" y="334"/>
                    <a:pt x="10975" y="267"/>
                    <a:pt x="10908" y="234"/>
                  </a:cubicBezTo>
                  <a:cubicBezTo>
                    <a:pt x="10808" y="134"/>
                    <a:pt x="10741" y="67"/>
                    <a:pt x="10641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229;p32"/>
            <p:cNvSpPr/>
            <p:nvPr/>
          </p:nvSpPr>
          <p:spPr>
            <a:xfrm>
              <a:off x="8582760" y="3372480"/>
              <a:ext cx="488880" cy="897120"/>
            </a:xfrm>
            <a:custGeom>
              <a:avLst/>
              <a:gdLst>
                <a:gd name="textAreaLeft" fmla="*/ 0 w 488880"/>
                <a:gd name="textAreaRight" fmla="*/ 489240 w 488880"/>
                <a:gd name="textAreaTop" fmla="*/ 0 h 897120"/>
                <a:gd name="textAreaBottom" fmla="*/ 897480 h 897120"/>
              </a:gdLst>
              <a:ahLst/>
              <a:cxnLst/>
              <a:rect l="textAreaLeft" t="textAreaTop" r="textAreaRight" b="textAreaBottom"/>
              <a:pathLst>
                <a:path w="17714" h="32487">
                  <a:moveTo>
                    <a:pt x="10199" y="1"/>
                  </a:moveTo>
                  <a:cubicBezTo>
                    <a:pt x="8068" y="1"/>
                    <a:pt x="5934" y="1595"/>
                    <a:pt x="5037" y="3632"/>
                  </a:cubicBezTo>
                  <a:cubicBezTo>
                    <a:pt x="3937" y="6101"/>
                    <a:pt x="4270" y="8970"/>
                    <a:pt x="4904" y="11638"/>
                  </a:cubicBezTo>
                  <a:cubicBezTo>
                    <a:pt x="5004" y="12172"/>
                    <a:pt x="5137" y="12772"/>
                    <a:pt x="4837" y="13239"/>
                  </a:cubicBezTo>
                  <a:cubicBezTo>
                    <a:pt x="4470" y="13806"/>
                    <a:pt x="3636" y="13806"/>
                    <a:pt x="2969" y="14006"/>
                  </a:cubicBezTo>
                  <a:cubicBezTo>
                    <a:pt x="734" y="14674"/>
                    <a:pt x="0" y="17742"/>
                    <a:pt x="801" y="19944"/>
                  </a:cubicBezTo>
                  <a:cubicBezTo>
                    <a:pt x="1602" y="22146"/>
                    <a:pt x="3336" y="23847"/>
                    <a:pt x="4604" y="25848"/>
                  </a:cubicBezTo>
                  <a:cubicBezTo>
                    <a:pt x="5838" y="27850"/>
                    <a:pt x="6605" y="30585"/>
                    <a:pt x="5237" y="32486"/>
                  </a:cubicBezTo>
                  <a:cubicBezTo>
                    <a:pt x="9007" y="29151"/>
                    <a:pt x="12609" y="25448"/>
                    <a:pt x="15712" y="21312"/>
                  </a:cubicBezTo>
                  <a:cubicBezTo>
                    <a:pt x="16445" y="20411"/>
                    <a:pt x="17146" y="19410"/>
                    <a:pt x="17446" y="18276"/>
                  </a:cubicBezTo>
                  <a:cubicBezTo>
                    <a:pt x="17713" y="17142"/>
                    <a:pt x="17546" y="15808"/>
                    <a:pt x="16779" y="14974"/>
                  </a:cubicBezTo>
                  <a:cubicBezTo>
                    <a:pt x="15978" y="14173"/>
                    <a:pt x="14778" y="13906"/>
                    <a:pt x="14110" y="13006"/>
                  </a:cubicBezTo>
                  <a:cubicBezTo>
                    <a:pt x="12976" y="11605"/>
                    <a:pt x="13944" y="9603"/>
                    <a:pt x="14444" y="7835"/>
                  </a:cubicBezTo>
                  <a:cubicBezTo>
                    <a:pt x="15278" y="5000"/>
                    <a:pt x="14444" y="1297"/>
                    <a:pt x="11642" y="263"/>
                  </a:cubicBezTo>
                  <a:cubicBezTo>
                    <a:pt x="11171" y="84"/>
                    <a:pt x="10685" y="1"/>
                    <a:pt x="10199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230;p32"/>
            <p:cNvSpPr/>
            <p:nvPr/>
          </p:nvSpPr>
          <p:spPr>
            <a:xfrm>
              <a:off x="8726400" y="3371400"/>
              <a:ext cx="176400" cy="896400"/>
            </a:xfrm>
            <a:custGeom>
              <a:avLst/>
              <a:gdLst>
                <a:gd name="textAreaLeft" fmla="*/ 0 w 176400"/>
                <a:gd name="textAreaRight" fmla="*/ 176760 w 176400"/>
                <a:gd name="textAreaTop" fmla="*/ 0 h 896400"/>
                <a:gd name="textAreaBottom" fmla="*/ 896760 h 896400"/>
              </a:gdLst>
              <a:ahLst/>
              <a:cxnLst/>
              <a:rect l="textAreaLeft" t="textAreaTop" r="textAreaRight" b="textAreaBottom"/>
              <a:pathLst>
                <a:path w="6405" h="32457">
                  <a:moveTo>
                    <a:pt x="5404" y="0"/>
                  </a:moveTo>
                  <a:cubicBezTo>
                    <a:pt x="5404" y="33"/>
                    <a:pt x="5337" y="100"/>
                    <a:pt x="5337" y="134"/>
                  </a:cubicBezTo>
                  <a:cubicBezTo>
                    <a:pt x="5804" y="10441"/>
                    <a:pt x="4236" y="20882"/>
                    <a:pt x="734" y="30555"/>
                  </a:cubicBezTo>
                  <a:cubicBezTo>
                    <a:pt x="634" y="31222"/>
                    <a:pt x="434" y="31890"/>
                    <a:pt x="0" y="32457"/>
                  </a:cubicBezTo>
                  <a:cubicBezTo>
                    <a:pt x="300" y="32190"/>
                    <a:pt x="601" y="31890"/>
                    <a:pt x="901" y="31656"/>
                  </a:cubicBezTo>
                  <a:cubicBezTo>
                    <a:pt x="4703" y="21682"/>
                    <a:pt x="6405" y="10808"/>
                    <a:pt x="5938" y="134"/>
                  </a:cubicBezTo>
                  <a:cubicBezTo>
                    <a:pt x="5771" y="33"/>
                    <a:pt x="5571" y="33"/>
                    <a:pt x="5404" y="0"/>
                  </a:cubicBezTo>
                  <a:close/>
                </a:path>
              </a:pathLst>
            </a:custGeom>
            <a:solidFill>
              <a:srgbClr val="7789F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231;p32"/>
            <p:cNvSpPr/>
            <p:nvPr/>
          </p:nvSpPr>
          <p:spPr>
            <a:xfrm>
              <a:off x="8728200" y="3446280"/>
              <a:ext cx="261360" cy="282600"/>
            </a:xfrm>
            <a:custGeom>
              <a:avLst/>
              <a:gdLst>
                <a:gd name="textAreaLeft" fmla="*/ 0 w 261360"/>
                <a:gd name="textAreaRight" fmla="*/ 261720 w 261360"/>
                <a:gd name="textAreaTop" fmla="*/ 0 h 282600"/>
                <a:gd name="textAreaBottom" fmla="*/ 282960 h 282600"/>
              </a:gdLst>
              <a:ahLst/>
              <a:cxnLst/>
              <a:rect l="textAreaLeft" t="textAreaTop" r="textAreaRight" b="textAreaBottom"/>
              <a:pathLst>
                <a:path w="9475" h="10241">
                  <a:moveTo>
                    <a:pt x="301" y="0"/>
                  </a:moveTo>
                  <a:cubicBezTo>
                    <a:pt x="168" y="167"/>
                    <a:pt x="68" y="334"/>
                    <a:pt x="1" y="500"/>
                  </a:cubicBezTo>
                  <a:cubicBezTo>
                    <a:pt x="2169" y="2902"/>
                    <a:pt x="3870" y="6171"/>
                    <a:pt x="4904" y="10007"/>
                  </a:cubicBezTo>
                  <a:cubicBezTo>
                    <a:pt x="4904" y="10141"/>
                    <a:pt x="5004" y="10241"/>
                    <a:pt x="5138" y="10241"/>
                  </a:cubicBezTo>
                  <a:cubicBezTo>
                    <a:pt x="5238" y="10241"/>
                    <a:pt x="5371" y="10174"/>
                    <a:pt x="5405" y="10107"/>
                  </a:cubicBezTo>
                  <a:cubicBezTo>
                    <a:pt x="6505" y="8139"/>
                    <a:pt x="7840" y="6171"/>
                    <a:pt x="9341" y="4336"/>
                  </a:cubicBezTo>
                  <a:lnTo>
                    <a:pt x="9474" y="3336"/>
                  </a:lnTo>
                  <a:lnTo>
                    <a:pt x="9474" y="3336"/>
                  </a:lnTo>
                  <a:cubicBezTo>
                    <a:pt x="7873" y="5170"/>
                    <a:pt x="6405" y="7239"/>
                    <a:pt x="5238" y="9240"/>
                  </a:cubicBezTo>
                  <a:cubicBezTo>
                    <a:pt x="4404" y="6405"/>
                    <a:pt x="2903" y="2802"/>
                    <a:pt x="301" y="0"/>
                  </a:cubicBezTo>
                  <a:close/>
                </a:path>
              </a:pathLst>
            </a:custGeom>
            <a:solidFill>
              <a:srgbClr val="7789F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232;p32"/>
            <p:cNvSpPr/>
            <p:nvPr/>
          </p:nvSpPr>
          <p:spPr>
            <a:xfrm>
              <a:off x="8704080" y="3616560"/>
              <a:ext cx="268560" cy="319320"/>
            </a:xfrm>
            <a:custGeom>
              <a:avLst/>
              <a:gdLst>
                <a:gd name="textAreaLeft" fmla="*/ 0 w 268560"/>
                <a:gd name="textAreaRight" fmla="*/ 268920 w 268560"/>
                <a:gd name="textAreaTop" fmla="*/ 0 h 319320"/>
                <a:gd name="textAreaBottom" fmla="*/ 319680 h 319320"/>
              </a:gdLst>
              <a:ahLst/>
              <a:cxnLst/>
              <a:rect l="textAreaLeft" t="textAreaTop" r="textAreaRight" b="textAreaBottom"/>
              <a:pathLst>
                <a:path w="9741" h="11576">
                  <a:moveTo>
                    <a:pt x="1" y="0"/>
                  </a:moveTo>
                  <a:cubicBezTo>
                    <a:pt x="34" y="300"/>
                    <a:pt x="67" y="601"/>
                    <a:pt x="101" y="934"/>
                  </a:cubicBezTo>
                  <a:cubicBezTo>
                    <a:pt x="2769" y="3669"/>
                    <a:pt x="4404" y="7439"/>
                    <a:pt x="4504" y="11308"/>
                  </a:cubicBezTo>
                  <a:cubicBezTo>
                    <a:pt x="4504" y="11442"/>
                    <a:pt x="4570" y="11575"/>
                    <a:pt x="4704" y="11575"/>
                  </a:cubicBezTo>
                  <a:lnTo>
                    <a:pt x="4737" y="11575"/>
                  </a:lnTo>
                  <a:cubicBezTo>
                    <a:pt x="4871" y="11575"/>
                    <a:pt x="4937" y="11508"/>
                    <a:pt x="5004" y="11408"/>
                  </a:cubicBezTo>
                  <a:cubicBezTo>
                    <a:pt x="6238" y="8840"/>
                    <a:pt x="7839" y="6438"/>
                    <a:pt x="9741" y="4270"/>
                  </a:cubicBezTo>
                  <a:cubicBezTo>
                    <a:pt x="9707" y="4236"/>
                    <a:pt x="9674" y="4170"/>
                    <a:pt x="9674" y="4136"/>
                  </a:cubicBezTo>
                  <a:cubicBezTo>
                    <a:pt x="9574" y="4003"/>
                    <a:pt x="9507" y="3903"/>
                    <a:pt x="9441" y="3769"/>
                  </a:cubicBezTo>
                  <a:cubicBezTo>
                    <a:pt x="7706" y="5738"/>
                    <a:pt x="6205" y="7906"/>
                    <a:pt x="5004" y="10174"/>
                  </a:cubicBezTo>
                  <a:cubicBezTo>
                    <a:pt x="4671" y="6305"/>
                    <a:pt x="2836" y="2635"/>
                    <a:pt x="1" y="0"/>
                  </a:cubicBezTo>
                  <a:close/>
                </a:path>
              </a:pathLst>
            </a:custGeom>
            <a:solidFill>
              <a:srgbClr val="7789F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233;p32"/>
            <p:cNvSpPr/>
            <p:nvPr/>
          </p:nvSpPr>
          <p:spPr>
            <a:xfrm>
              <a:off x="8633160" y="3767760"/>
              <a:ext cx="419040" cy="321120"/>
            </a:xfrm>
            <a:custGeom>
              <a:avLst/>
              <a:gdLst>
                <a:gd name="textAreaLeft" fmla="*/ 0 w 419040"/>
                <a:gd name="textAreaRight" fmla="*/ 419400 w 419040"/>
                <a:gd name="textAreaTop" fmla="*/ 0 h 321120"/>
                <a:gd name="textAreaBottom" fmla="*/ 321480 h 321120"/>
              </a:gdLst>
              <a:ahLst/>
              <a:cxnLst/>
              <a:rect l="textAreaLeft" t="textAreaTop" r="textAreaRight" b="textAreaBottom"/>
              <a:pathLst>
                <a:path w="15178" h="11643">
                  <a:moveTo>
                    <a:pt x="500" y="1"/>
                  </a:moveTo>
                  <a:cubicBezTo>
                    <a:pt x="334" y="101"/>
                    <a:pt x="167" y="201"/>
                    <a:pt x="0" y="334"/>
                  </a:cubicBezTo>
                  <a:cubicBezTo>
                    <a:pt x="3469" y="2936"/>
                    <a:pt x="5704" y="7106"/>
                    <a:pt x="5904" y="11376"/>
                  </a:cubicBezTo>
                  <a:cubicBezTo>
                    <a:pt x="5904" y="11509"/>
                    <a:pt x="5971" y="11642"/>
                    <a:pt x="6104" y="11642"/>
                  </a:cubicBezTo>
                  <a:lnTo>
                    <a:pt x="6171" y="11642"/>
                  </a:lnTo>
                  <a:cubicBezTo>
                    <a:pt x="6271" y="11642"/>
                    <a:pt x="6405" y="11609"/>
                    <a:pt x="6438" y="11476"/>
                  </a:cubicBezTo>
                  <a:cubicBezTo>
                    <a:pt x="8606" y="7473"/>
                    <a:pt x="11608" y="3937"/>
                    <a:pt x="15178" y="1101"/>
                  </a:cubicBezTo>
                  <a:cubicBezTo>
                    <a:pt x="15111" y="935"/>
                    <a:pt x="14977" y="801"/>
                    <a:pt x="14844" y="668"/>
                  </a:cubicBezTo>
                  <a:cubicBezTo>
                    <a:pt x="11442" y="3336"/>
                    <a:pt x="8573" y="6672"/>
                    <a:pt x="6405" y="10442"/>
                  </a:cubicBezTo>
                  <a:cubicBezTo>
                    <a:pt x="5971" y="6372"/>
                    <a:pt x="3769" y="2502"/>
                    <a:pt x="500" y="1"/>
                  </a:cubicBezTo>
                  <a:close/>
                </a:path>
              </a:pathLst>
            </a:custGeom>
            <a:solidFill>
              <a:srgbClr val="7789F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234;p32"/>
            <p:cNvSpPr/>
            <p:nvPr/>
          </p:nvSpPr>
          <p:spPr>
            <a:xfrm>
              <a:off x="8755920" y="3820680"/>
              <a:ext cx="547200" cy="473040"/>
            </a:xfrm>
            <a:custGeom>
              <a:avLst/>
              <a:gdLst>
                <a:gd name="textAreaLeft" fmla="*/ 0 w 547200"/>
                <a:gd name="textAreaRight" fmla="*/ 547560 w 547200"/>
                <a:gd name="textAreaTop" fmla="*/ 0 h 473040"/>
                <a:gd name="textAreaBottom" fmla="*/ 473400 h 473040"/>
              </a:gdLst>
              <a:ahLst/>
              <a:cxnLst/>
              <a:rect l="textAreaLeft" t="textAreaTop" r="textAreaRight" b="textAreaBottom"/>
              <a:pathLst>
                <a:path w="19815" h="17137">
                  <a:moveTo>
                    <a:pt x="18053" y="1"/>
                  </a:moveTo>
                  <a:cubicBezTo>
                    <a:pt x="13772" y="1"/>
                    <a:pt x="9460" y="1575"/>
                    <a:pt x="6205" y="4361"/>
                  </a:cubicBezTo>
                  <a:cubicBezTo>
                    <a:pt x="2536" y="7530"/>
                    <a:pt x="201" y="12267"/>
                    <a:pt x="1" y="17137"/>
                  </a:cubicBezTo>
                  <a:cubicBezTo>
                    <a:pt x="4837" y="15469"/>
                    <a:pt x="9240" y="14068"/>
                    <a:pt x="12976" y="11399"/>
                  </a:cubicBezTo>
                  <a:cubicBezTo>
                    <a:pt x="16646" y="8731"/>
                    <a:pt x="19514" y="4628"/>
                    <a:pt x="19815" y="91"/>
                  </a:cubicBezTo>
                  <a:cubicBezTo>
                    <a:pt x="19230" y="31"/>
                    <a:pt x="18642" y="1"/>
                    <a:pt x="18053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235;p32"/>
            <p:cNvSpPr/>
            <p:nvPr/>
          </p:nvSpPr>
          <p:spPr>
            <a:xfrm>
              <a:off x="9046080" y="3839760"/>
              <a:ext cx="205920" cy="185040"/>
            </a:xfrm>
            <a:custGeom>
              <a:avLst/>
              <a:gdLst>
                <a:gd name="textAreaLeft" fmla="*/ 0 w 205920"/>
                <a:gd name="textAreaRight" fmla="*/ 206280 w 205920"/>
                <a:gd name="textAreaTop" fmla="*/ 0 h 185040"/>
                <a:gd name="textAreaBottom" fmla="*/ 185400 h 185040"/>
              </a:gdLst>
              <a:ahLst/>
              <a:cxnLst/>
              <a:rect l="textAreaLeft" t="textAreaTop" r="textAreaRight" b="textAreaBottom"/>
              <a:pathLst>
                <a:path w="7473" h="6707">
                  <a:moveTo>
                    <a:pt x="2669" y="1"/>
                  </a:moveTo>
                  <a:lnTo>
                    <a:pt x="2669" y="1"/>
                  </a:lnTo>
                  <a:cubicBezTo>
                    <a:pt x="2468" y="34"/>
                    <a:pt x="2302" y="101"/>
                    <a:pt x="2068" y="167"/>
                  </a:cubicBezTo>
                  <a:cubicBezTo>
                    <a:pt x="2035" y="2269"/>
                    <a:pt x="1067" y="4604"/>
                    <a:pt x="67" y="6272"/>
                  </a:cubicBezTo>
                  <a:cubicBezTo>
                    <a:pt x="0" y="6405"/>
                    <a:pt x="33" y="6539"/>
                    <a:pt x="133" y="6605"/>
                  </a:cubicBezTo>
                  <a:cubicBezTo>
                    <a:pt x="177" y="6670"/>
                    <a:pt x="247" y="6707"/>
                    <a:pt x="328" y="6707"/>
                  </a:cubicBezTo>
                  <a:cubicBezTo>
                    <a:pt x="373" y="6707"/>
                    <a:pt x="420" y="6696"/>
                    <a:pt x="467" y="6672"/>
                  </a:cubicBezTo>
                  <a:cubicBezTo>
                    <a:pt x="1749" y="5970"/>
                    <a:pt x="3488" y="5549"/>
                    <a:pt x="5225" y="5549"/>
                  </a:cubicBezTo>
                  <a:cubicBezTo>
                    <a:pt x="5883" y="5549"/>
                    <a:pt x="6540" y="5610"/>
                    <a:pt x="7172" y="5738"/>
                  </a:cubicBezTo>
                  <a:cubicBezTo>
                    <a:pt x="7305" y="5571"/>
                    <a:pt x="7372" y="5404"/>
                    <a:pt x="7472" y="5238"/>
                  </a:cubicBezTo>
                  <a:cubicBezTo>
                    <a:pt x="6720" y="5064"/>
                    <a:pt x="5935" y="4983"/>
                    <a:pt x="5153" y="4983"/>
                  </a:cubicBezTo>
                  <a:cubicBezTo>
                    <a:pt x="3682" y="4983"/>
                    <a:pt x="2221" y="5270"/>
                    <a:pt x="1001" y="5771"/>
                  </a:cubicBezTo>
                  <a:cubicBezTo>
                    <a:pt x="1668" y="4504"/>
                    <a:pt x="2635" y="2269"/>
                    <a:pt x="2669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236;p32"/>
            <p:cNvSpPr/>
            <p:nvPr/>
          </p:nvSpPr>
          <p:spPr>
            <a:xfrm>
              <a:off x="8756640" y="3832200"/>
              <a:ext cx="544320" cy="461160"/>
            </a:xfrm>
            <a:custGeom>
              <a:avLst/>
              <a:gdLst>
                <a:gd name="textAreaLeft" fmla="*/ 0 w 544320"/>
                <a:gd name="textAreaRight" fmla="*/ 544680 w 544320"/>
                <a:gd name="textAreaTop" fmla="*/ 0 h 461160"/>
                <a:gd name="textAreaBottom" fmla="*/ 461520 h 461160"/>
              </a:gdLst>
              <a:ahLst/>
              <a:cxnLst/>
              <a:rect l="textAreaLeft" t="textAreaTop" r="textAreaRight" b="textAreaBottom"/>
              <a:pathLst>
                <a:path w="19715" h="16713">
                  <a:moveTo>
                    <a:pt x="19715" y="1"/>
                  </a:moveTo>
                  <a:cubicBezTo>
                    <a:pt x="12376" y="4504"/>
                    <a:pt x="5672" y="10208"/>
                    <a:pt x="1" y="16713"/>
                  </a:cubicBezTo>
                  <a:cubicBezTo>
                    <a:pt x="368" y="16613"/>
                    <a:pt x="701" y="16479"/>
                    <a:pt x="1102" y="16346"/>
                  </a:cubicBezTo>
                  <a:cubicBezTo>
                    <a:pt x="6472" y="10308"/>
                    <a:pt x="12777" y="5004"/>
                    <a:pt x="19648" y="701"/>
                  </a:cubicBezTo>
                  <a:cubicBezTo>
                    <a:pt x="19682" y="468"/>
                    <a:pt x="19715" y="201"/>
                    <a:pt x="1971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237;p32"/>
            <p:cNvSpPr/>
            <p:nvPr/>
          </p:nvSpPr>
          <p:spPr>
            <a:xfrm>
              <a:off x="8881200" y="3899520"/>
              <a:ext cx="216360" cy="273600"/>
            </a:xfrm>
            <a:custGeom>
              <a:avLst/>
              <a:gdLst>
                <a:gd name="textAreaLeft" fmla="*/ 0 w 216360"/>
                <a:gd name="textAreaRight" fmla="*/ 216720 w 216360"/>
                <a:gd name="textAreaTop" fmla="*/ 0 h 273600"/>
                <a:gd name="textAreaBottom" fmla="*/ 273960 h 273600"/>
              </a:gdLst>
              <a:ahLst/>
              <a:cxnLst/>
              <a:rect l="textAreaLeft" t="textAreaTop" r="textAreaRight" b="textAreaBottom"/>
              <a:pathLst>
                <a:path w="7840" h="9920">
                  <a:moveTo>
                    <a:pt x="3769" y="1"/>
                  </a:moveTo>
                  <a:lnTo>
                    <a:pt x="3769" y="1"/>
                  </a:lnTo>
                  <a:cubicBezTo>
                    <a:pt x="3603" y="101"/>
                    <a:pt x="3369" y="234"/>
                    <a:pt x="3202" y="368"/>
                  </a:cubicBezTo>
                  <a:cubicBezTo>
                    <a:pt x="3369" y="3670"/>
                    <a:pt x="2202" y="7206"/>
                    <a:pt x="100" y="9441"/>
                  </a:cubicBezTo>
                  <a:cubicBezTo>
                    <a:pt x="0" y="9541"/>
                    <a:pt x="0" y="9708"/>
                    <a:pt x="33" y="9774"/>
                  </a:cubicBezTo>
                  <a:cubicBezTo>
                    <a:pt x="110" y="9876"/>
                    <a:pt x="206" y="9920"/>
                    <a:pt x="291" y="9920"/>
                  </a:cubicBezTo>
                  <a:cubicBezTo>
                    <a:pt x="318" y="9920"/>
                    <a:pt x="343" y="9916"/>
                    <a:pt x="367" y="9908"/>
                  </a:cubicBezTo>
                  <a:cubicBezTo>
                    <a:pt x="1859" y="9432"/>
                    <a:pt x="3379" y="9181"/>
                    <a:pt x="4845" y="9181"/>
                  </a:cubicBezTo>
                  <a:cubicBezTo>
                    <a:pt x="5641" y="9181"/>
                    <a:pt x="6421" y="9255"/>
                    <a:pt x="7172" y="9408"/>
                  </a:cubicBezTo>
                  <a:cubicBezTo>
                    <a:pt x="7372" y="9274"/>
                    <a:pt x="7639" y="9107"/>
                    <a:pt x="7839" y="8974"/>
                  </a:cubicBezTo>
                  <a:cubicBezTo>
                    <a:pt x="6862" y="8706"/>
                    <a:pt x="5826" y="8572"/>
                    <a:pt x="4762" y="8572"/>
                  </a:cubicBezTo>
                  <a:cubicBezTo>
                    <a:pt x="3573" y="8572"/>
                    <a:pt x="2349" y="8739"/>
                    <a:pt x="1134" y="9074"/>
                  </a:cubicBezTo>
                  <a:cubicBezTo>
                    <a:pt x="3102" y="6606"/>
                    <a:pt x="4036" y="3203"/>
                    <a:pt x="3769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238;p32"/>
            <p:cNvSpPr/>
            <p:nvPr/>
          </p:nvSpPr>
          <p:spPr>
            <a:xfrm>
              <a:off x="8524440" y="4239360"/>
              <a:ext cx="386640" cy="134280"/>
            </a:xfrm>
            <a:custGeom>
              <a:avLst/>
              <a:gdLst>
                <a:gd name="textAreaLeft" fmla="*/ 0 w 386640"/>
                <a:gd name="textAreaRight" fmla="*/ 387000 w 386640"/>
                <a:gd name="textAreaTop" fmla="*/ 0 h 134280"/>
                <a:gd name="textAreaBottom" fmla="*/ 134640 h 134280"/>
              </a:gdLst>
              <a:ahLst/>
              <a:cxnLst/>
              <a:rect l="textAreaLeft" t="textAreaTop" r="textAreaRight" b="textAreaBottom"/>
              <a:pathLst>
                <a:path w="14011" h="4877">
                  <a:moveTo>
                    <a:pt x="7150" y="0"/>
                  </a:moveTo>
                  <a:cubicBezTo>
                    <a:pt x="4344" y="0"/>
                    <a:pt x="1440" y="1108"/>
                    <a:pt x="1" y="3743"/>
                  </a:cubicBezTo>
                  <a:cubicBezTo>
                    <a:pt x="1702" y="4410"/>
                    <a:pt x="4204" y="4877"/>
                    <a:pt x="7039" y="4877"/>
                  </a:cubicBezTo>
                  <a:cubicBezTo>
                    <a:pt x="9775" y="4877"/>
                    <a:pt x="12276" y="4443"/>
                    <a:pt x="14011" y="3776"/>
                  </a:cubicBezTo>
                  <a:cubicBezTo>
                    <a:pt x="13777" y="2775"/>
                    <a:pt x="12943" y="1875"/>
                    <a:pt x="12043" y="1274"/>
                  </a:cubicBezTo>
                  <a:cubicBezTo>
                    <a:pt x="10734" y="463"/>
                    <a:pt x="8962" y="0"/>
                    <a:pt x="715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7320" bIns="67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239;p32"/>
            <p:cNvSpPr/>
            <p:nvPr/>
          </p:nvSpPr>
          <p:spPr>
            <a:xfrm>
              <a:off x="8445240" y="3492000"/>
              <a:ext cx="299160" cy="803520"/>
            </a:xfrm>
            <a:custGeom>
              <a:avLst/>
              <a:gdLst>
                <a:gd name="textAreaLeft" fmla="*/ 0 w 299160"/>
                <a:gd name="textAreaRight" fmla="*/ 299520 w 299160"/>
                <a:gd name="textAreaTop" fmla="*/ 0 h 803520"/>
                <a:gd name="textAreaBottom" fmla="*/ 803880 h 803520"/>
              </a:gdLst>
              <a:ahLst/>
              <a:cxnLst/>
              <a:rect l="textAreaLeft" t="textAreaTop" r="textAreaRight" b="textAreaBottom"/>
              <a:pathLst>
                <a:path w="10842" h="29095">
                  <a:moveTo>
                    <a:pt x="287" y="0"/>
                  </a:moveTo>
                  <a:cubicBezTo>
                    <a:pt x="269" y="0"/>
                    <a:pt x="252" y="2"/>
                    <a:pt x="234" y="7"/>
                  </a:cubicBezTo>
                  <a:cubicBezTo>
                    <a:pt x="100" y="107"/>
                    <a:pt x="0" y="240"/>
                    <a:pt x="67" y="407"/>
                  </a:cubicBezTo>
                  <a:lnTo>
                    <a:pt x="10274" y="28928"/>
                  </a:lnTo>
                  <a:cubicBezTo>
                    <a:pt x="10308" y="28994"/>
                    <a:pt x="10408" y="29094"/>
                    <a:pt x="10541" y="29094"/>
                  </a:cubicBezTo>
                  <a:lnTo>
                    <a:pt x="10641" y="29094"/>
                  </a:lnTo>
                  <a:cubicBezTo>
                    <a:pt x="10775" y="28994"/>
                    <a:pt x="10841" y="28861"/>
                    <a:pt x="10808" y="28694"/>
                  </a:cubicBezTo>
                  <a:lnTo>
                    <a:pt x="601" y="174"/>
                  </a:lnTo>
                  <a:cubicBezTo>
                    <a:pt x="514" y="87"/>
                    <a:pt x="402" y="0"/>
                    <a:pt x="287" y="0"/>
                  </a:cubicBezTo>
                  <a:close/>
                </a:path>
              </a:pathLst>
            </a:custGeom>
            <a:solidFill>
              <a:srgbClr val="92F7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240;p32"/>
            <p:cNvSpPr/>
            <p:nvPr/>
          </p:nvSpPr>
          <p:spPr>
            <a:xfrm>
              <a:off x="8389080" y="3447000"/>
              <a:ext cx="174600" cy="335160"/>
            </a:xfrm>
            <a:custGeom>
              <a:avLst/>
              <a:gdLst>
                <a:gd name="textAreaLeft" fmla="*/ 0 w 174600"/>
                <a:gd name="textAreaRight" fmla="*/ 174960 w 174600"/>
                <a:gd name="textAreaTop" fmla="*/ 0 h 335160"/>
                <a:gd name="textAreaBottom" fmla="*/ 335520 h 335160"/>
              </a:gdLst>
              <a:ahLst/>
              <a:cxnLst/>
              <a:rect l="textAreaLeft" t="textAreaTop" r="textAreaRight" b="textAreaBottom"/>
              <a:pathLst>
                <a:path w="6339" h="12148">
                  <a:moveTo>
                    <a:pt x="1813" y="0"/>
                  </a:moveTo>
                  <a:cubicBezTo>
                    <a:pt x="1651" y="0"/>
                    <a:pt x="1490" y="23"/>
                    <a:pt x="1335" y="72"/>
                  </a:cubicBezTo>
                  <a:cubicBezTo>
                    <a:pt x="668" y="272"/>
                    <a:pt x="267" y="939"/>
                    <a:pt x="134" y="1640"/>
                  </a:cubicBezTo>
                  <a:cubicBezTo>
                    <a:pt x="0" y="2374"/>
                    <a:pt x="167" y="3074"/>
                    <a:pt x="367" y="3741"/>
                  </a:cubicBezTo>
                  <a:cubicBezTo>
                    <a:pt x="1435" y="7077"/>
                    <a:pt x="3503" y="10046"/>
                    <a:pt x="6272" y="12147"/>
                  </a:cubicBezTo>
                  <a:cubicBezTo>
                    <a:pt x="6338" y="8945"/>
                    <a:pt x="5771" y="5409"/>
                    <a:pt x="4303" y="2240"/>
                  </a:cubicBezTo>
                  <a:cubicBezTo>
                    <a:pt x="4037" y="1607"/>
                    <a:pt x="3703" y="1039"/>
                    <a:pt x="3203" y="572"/>
                  </a:cubicBezTo>
                  <a:cubicBezTo>
                    <a:pt x="2825" y="220"/>
                    <a:pt x="2313" y="0"/>
                    <a:pt x="18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241;p32"/>
            <p:cNvSpPr/>
            <p:nvPr/>
          </p:nvSpPr>
          <p:spPr>
            <a:xfrm>
              <a:off x="8356680" y="3780720"/>
              <a:ext cx="241200" cy="160200"/>
            </a:xfrm>
            <a:custGeom>
              <a:avLst/>
              <a:gdLst>
                <a:gd name="textAreaLeft" fmla="*/ 0 w 241200"/>
                <a:gd name="textAreaRight" fmla="*/ 241560 w 241200"/>
                <a:gd name="textAreaTop" fmla="*/ 0 h 160200"/>
                <a:gd name="textAreaBottom" fmla="*/ 160560 h 160200"/>
              </a:gdLst>
              <a:ahLst/>
              <a:cxnLst/>
              <a:rect l="textAreaLeft" t="textAreaTop" r="textAreaRight" b="textAreaBottom"/>
              <a:pathLst>
                <a:path w="8741" h="5807">
                  <a:moveTo>
                    <a:pt x="1713" y="0"/>
                  </a:moveTo>
                  <a:cubicBezTo>
                    <a:pt x="1676" y="0"/>
                    <a:pt x="1639" y="1"/>
                    <a:pt x="1602" y="3"/>
                  </a:cubicBezTo>
                  <a:cubicBezTo>
                    <a:pt x="801" y="69"/>
                    <a:pt x="1" y="703"/>
                    <a:pt x="1" y="1504"/>
                  </a:cubicBezTo>
                  <a:cubicBezTo>
                    <a:pt x="1" y="2371"/>
                    <a:pt x="835" y="2971"/>
                    <a:pt x="1602" y="3372"/>
                  </a:cubicBezTo>
                  <a:cubicBezTo>
                    <a:pt x="3970" y="4673"/>
                    <a:pt x="6472" y="5540"/>
                    <a:pt x="8740" y="5807"/>
                  </a:cubicBezTo>
                  <a:cubicBezTo>
                    <a:pt x="7640" y="3672"/>
                    <a:pt x="5938" y="1871"/>
                    <a:pt x="3837" y="670"/>
                  </a:cubicBezTo>
                  <a:cubicBezTo>
                    <a:pt x="3169" y="320"/>
                    <a:pt x="2471" y="0"/>
                    <a:pt x="17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280" bIns="80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242;p32"/>
            <p:cNvSpPr/>
            <p:nvPr/>
          </p:nvSpPr>
          <p:spPr>
            <a:xfrm>
              <a:off x="8598240" y="3613680"/>
              <a:ext cx="101160" cy="34092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340920"/>
                <a:gd name="textAreaBottom" fmla="*/ 341280 h 340920"/>
              </a:gdLst>
              <a:ahLst/>
              <a:cxnLst/>
              <a:rect l="textAreaLeft" t="textAreaTop" r="textAreaRight" b="textAreaBottom"/>
              <a:pathLst>
                <a:path w="3670" h="12350">
                  <a:moveTo>
                    <a:pt x="2287" y="0"/>
                  </a:moveTo>
                  <a:cubicBezTo>
                    <a:pt x="1490" y="0"/>
                    <a:pt x="1026" y="982"/>
                    <a:pt x="834" y="1842"/>
                  </a:cubicBezTo>
                  <a:cubicBezTo>
                    <a:pt x="34" y="5244"/>
                    <a:pt x="0" y="8880"/>
                    <a:pt x="668" y="12349"/>
                  </a:cubicBezTo>
                  <a:cubicBezTo>
                    <a:pt x="2536" y="8880"/>
                    <a:pt x="3670" y="5444"/>
                    <a:pt x="3603" y="2075"/>
                  </a:cubicBezTo>
                  <a:cubicBezTo>
                    <a:pt x="3570" y="1208"/>
                    <a:pt x="3269" y="74"/>
                    <a:pt x="2402" y="7"/>
                  </a:cubicBezTo>
                  <a:cubicBezTo>
                    <a:pt x="2363" y="3"/>
                    <a:pt x="2324" y="0"/>
                    <a:pt x="228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243;p32"/>
            <p:cNvSpPr/>
            <p:nvPr/>
          </p:nvSpPr>
          <p:spPr>
            <a:xfrm>
              <a:off x="8386200" y="3985920"/>
              <a:ext cx="299160" cy="185040"/>
            </a:xfrm>
            <a:custGeom>
              <a:avLst/>
              <a:gdLst>
                <a:gd name="textAreaLeft" fmla="*/ 0 w 299160"/>
                <a:gd name="textAreaRight" fmla="*/ 299520 w 299160"/>
                <a:gd name="textAreaTop" fmla="*/ 0 h 185040"/>
                <a:gd name="textAreaBottom" fmla="*/ 185400 h 185040"/>
              </a:gdLst>
              <a:ahLst/>
              <a:cxnLst/>
              <a:rect l="textAreaLeft" t="textAreaTop" r="textAreaRight" b="textAreaBottom"/>
              <a:pathLst>
                <a:path w="10842" h="6714">
                  <a:moveTo>
                    <a:pt x="1730" y="0"/>
                  </a:moveTo>
                  <a:cubicBezTo>
                    <a:pt x="1594" y="0"/>
                    <a:pt x="1462" y="12"/>
                    <a:pt x="1335" y="42"/>
                  </a:cubicBezTo>
                  <a:cubicBezTo>
                    <a:pt x="868" y="108"/>
                    <a:pt x="401" y="409"/>
                    <a:pt x="234" y="876"/>
                  </a:cubicBezTo>
                  <a:cubicBezTo>
                    <a:pt x="0" y="1710"/>
                    <a:pt x="834" y="2443"/>
                    <a:pt x="1568" y="2877"/>
                  </a:cubicBezTo>
                  <a:cubicBezTo>
                    <a:pt x="4504" y="4478"/>
                    <a:pt x="7706" y="5579"/>
                    <a:pt x="10841" y="6713"/>
                  </a:cubicBezTo>
                  <a:cubicBezTo>
                    <a:pt x="9207" y="3544"/>
                    <a:pt x="6205" y="1109"/>
                    <a:pt x="2736" y="142"/>
                  </a:cubicBezTo>
                  <a:cubicBezTo>
                    <a:pt x="2405" y="71"/>
                    <a:pt x="2059" y="0"/>
                    <a:pt x="173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244;p32"/>
            <p:cNvSpPr/>
            <p:nvPr/>
          </p:nvSpPr>
          <p:spPr>
            <a:xfrm>
              <a:off x="8682120" y="3870000"/>
              <a:ext cx="111240" cy="292680"/>
            </a:xfrm>
            <a:custGeom>
              <a:avLst/>
              <a:gdLst>
                <a:gd name="textAreaLeft" fmla="*/ 0 w 111240"/>
                <a:gd name="textAreaRight" fmla="*/ 111600 w 111240"/>
                <a:gd name="textAreaTop" fmla="*/ 0 h 292680"/>
                <a:gd name="textAreaBottom" fmla="*/ 293040 h 292680"/>
              </a:gdLst>
              <a:ahLst/>
              <a:cxnLst/>
              <a:rect l="textAreaLeft" t="textAreaTop" r="textAreaRight" b="textAreaBottom"/>
              <a:pathLst>
                <a:path w="4038" h="10612">
                  <a:moveTo>
                    <a:pt x="2884" y="1"/>
                  </a:moveTo>
                  <a:cubicBezTo>
                    <a:pt x="2163" y="1"/>
                    <a:pt x="1659" y="799"/>
                    <a:pt x="1402" y="1505"/>
                  </a:cubicBezTo>
                  <a:cubicBezTo>
                    <a:pt x="368" y="4408"/>
                    <a:pt x="1" y="7576"/>
                    <a:pt x="368" y="10612"/>
                  </a:cubicBezTo>
                  <a:cubicBezTo>
                    <a:pt x="2703" y="8310"/>
                    <a:pt x="3904" y="5175"/>
                    <a:pt x="4004" y="2006"/>
                  </a:cubicBezTo>
                  <a:cubicBezTo>
                    <a:pt x="4037" y="1172"/>
                    <a:pt x="3804" y="138"/>
                    <a:pt x="2970" y="4"/>
                  </a:cubicBezTo>
                  <a:cubicBezTo>
                    <a:pt x="2941" y="2"/>
                    <a:pt x="2912" y="1"/>
                    <a:pt x="2884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245;p32"/>
            <p:cNvSpPr/>
            <p:nvPr/>
          </p:nvSpPr>
          <p:spPr>
            <a:xfrm>
              <a:off x="8521920" y="4647960"/>
              <a:ext cx="380160" cy="108360"/>
            </a:xfrm>
            <a:custGeom>
              <a:avLst/>
              <a:gdLst>
                <a:gd name="textAreaLeft" fmla="*/ 0 w 380160"/>
                <a:gd name="textAreaRight" fmla="*/ 380520 w 380160"/>
                <a:gd name="textAreaTop" fmla="*/ 0 h 108360"/>
                <a:gd name="textAreaBottom" fmla="*/ 108720 h 108360"/>
              </a:gdLst>
              <a:ahLst/>
              <a:cxnLst/>
              <a:rect l="textAreaLeft" t="textAreaTop" r="textAreaRight" b="textAreaBottom"/>
              <a:pathLst>
                <a:path w="13778" h="3937">
                  <a:moveTo>
                    <a:pt x="6872" y="1"/>
                  </a:moveTo>
                  <a:cubicBezTo>
                    <a:pt x="3070" y="1"/>
                    <a:pt x="1" y="868"/>
                    <a:pt x="1" y="1969"/>
                  </a:cubicBezTo>
                  <a:cubicBezTo>
                    <a:pt x="1" y="3036"/>
                    <a:pt x="3070" y="3937"/>
                    <a:pt x="6872" y="3937"/>
                  </a:cubicBezTo>
                  <a:cubicBezTo>
                    <a:pt x="10675" y="3937"/>
                    <a:pt x="13777" y="3036"/>
                    <a:pt x="13777" y="1969"/>
                  </a:cubicBezTo>
                  <a:cubicBezTo>
                    <a:pt x="13777" y="868"/>
                    <a:pt x="10675" y="1"/>
                    <a:pt x="6872" y="1"/>
                  </a:cubicBezTo>
                  <a:close/>
                </a:path>
              </a:pathLst>
            </a:custGeom>
            <a:solidFill>
              <a:srgbClr val="3737B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360" bIns="54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246;p32"/>
            <p:cNvSpPr/>
            <p:nvPr/>
          </p:nvSpPr>
          <p:spPr>
            <a:xfrm>
              <a:off x="8469360" y="4301280"/>
              <a:ext cx="498960" cy="383040"/>
            </a:xfrm>
            <a:custGeom>
              <a:avLst/>
              <a:gdLst>
                <a:gd name="textAreaLeft" fmla="*/ 0 w 498960"/>
                <a:gd name="textAreaRight" fmla="*/ 499320 w 498960"/>
                <a:gd name="textAreaTop" fmla="*/ 0 h 383040"/>
                <a:gd name="textAreaBottom" fmla="*/ 383400 h 383040"/>
              </a:gdLst>
              <a:ahLst/>
              <a:cxnLst/>
              <a:rect l="textAreaLeft" t="textAreaTop" r="textAreaRight" b="textAreaBottom"/>
              <a:pathLst>
                <a:path w="18081" h="13878">
                  <a:moveTo>
                    <a:pt x="0" y="1"/>
                  </a:moveTo>
                  <a:lnTo>
                    <a:pt x="2869" y="10508"/>
                  </a:lnTo>
                  <a:cubicBezTo>
                    <a:pt x="3403" y="12509"/>
                    <a:pt x="5238" y="13877"/>
                    <a:pt x="7339" y="13877"/>
                  </a:cubicBezTo>
                  <a:lnTo>
                    <a:pt x="10741" y="13877"/>
                  </a:lnTo>
                  <a:cubicBezTo>
                    <a:pt x="12843" y="13877"/>
                    <a:pt x="14678" y="12509"/>
                    <a:pt x="15211" y="10508"/>
                  </a:cubicBezTo>
                  <a:lnTo>
                    <a:pt x="18080" y="1"/>
                  </a:lnTo>
                  <a:lnTo>
                    <a:pt x="18080" y="1"/>
                  </a:lnTo>
                  <a:cubicBezTo>
                    <a:pt x="17279" y="1502"/>
                    <a:pt x="13543" y="2636"/>
                    <a:pt x="9040" y="2636"/>
                  </a:cubicBezTo>
                  <a:cubicBezTo>
                    <a:pt x="4537" y="2636"/>
                    <a:pt x="768" y="1502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247;p32"/>
            <p:cNvSpPr/>
            <p:nvPr/>
          </p:nvSpPr>
          <p:spPr>
            <a:xfrm>
              <a:off x="8469360" y="4299480"/>
              <a:ext cx="313920" cy="383760"/>
            </a:xfrm>
            <a:custGeom>
              <a:avLst/>
              <a:gdLst>
                <a:gd name="textAreaLeft" fmla="*/ 0 w 313920"/>
                <a:gd name="textAreaRight" fmla="*/ 314280 w 313920"/>
                <a:gd name="textAreaTop" fmla="*/ 0 h 383760"/>
                <a:gd name="textAreaBottom" fmla="*/ 384120 h 383760"/>
              </a:gdLst>
              <a:ahLst/>
              <a:cxnLst/>
              <a:rect l="textAreaLeft" t="textAreaTop" r="textAreaRight" b="textAreaBottom"/>
              <a:pathLst>
                <a:path w="11376" h="13911">
                  <a:moveTo>
                    <a:pt x="0" y="1"/>
                  </a:moveTo>
                  <a:lnTo>
                    <a:pt x="2869" y="10542"/>
                  </a:lnTo>
                  <a:cubicBezTo>
                    <a:pt x="3403" y="12543"/>
                    <a:pt x="5238" y="13911"/>
                    <a:pt x="7339" y="13911"/>
                  </a:cubicBezTo>
                  <a:lnTo>
                    <a:pt x="10741" y="13911"/>
                  </a:lnTo>
                  <a:cubicBezTo>
                    <a:pt x="10942" y="13911"/>
                    <a:pt x="11175" y="13911"/>
                    <a:pt x="11375" y="13877"/>
                  </a:cubicBezTo>
                  <a:cubicBezTo>
                    <a:pt x="7773" y="10408"/>
                    <a:pt x="6071" y="5905"/>
                    <a:pt x="5238" y="2369"/>
                  </a:cubicBezTo>
                  <a:cubicBezTo>
                    <a:pt x="2569" y="1936"/>
                    <a:pt x="568" y="1068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248;p32"/>
            <p:cNvSpPr/>
            <p:nvPr/>
          </p:nvSpPr>
          <p:spPr>
            <a:xfrm>
              <a:off x="6922800" y="4195440"/>
              <a:ext cx="785520" cy="126000"/>
            </a:xfrm>
            <a:custGeom>
              <a:avLst/>
              <a:gdLst>
                <a:gd name="textAreaLeft" fmla="*/ 0 w 785520"/>
                <a:gd name="textAreaRight" fmla="*/ 785880 w 785520"/>
                <a:gd name="textAreaTop" fmla="*/ 0 h 126000"/>
                <a:gd name="textAreaBottom" fmla="*/ 126360 h 126000"/>
              </a:gdLst>
              <a:ahLst/>
              <a:cxnLst/>
              <a:rect l="textAreaLeft" t="textAreaTop" r="textAreaRight" b="textAreaBottom"/>
              <a:pathLst>
                <a:path w="28454" h="4571">
                  <a:moveTo>
                    <a:pt x="0" y="0"/>
                  </a:moveTo>
                  <a:lnTo>
                    <a:pt x="0" y="4570"/>
                  </a:lnTo>
                  <a:lnTo>
                    <a:pt x="28454" y="4570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3000" bIns="63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249;p32"/>
            <p:cNvSpPr/>
            <p:nvPr/>
          </p:nvSpPr>
          <p:spPr>
            <a:xfrm>
              <a:off x="6922800" y="4195440"/>
              <a:ext cx="785520" cy="65160"/>
            </a:xfrm>
            <a:custGeom>
              <a:avLst/>
              <a:gdLst>
                <a:gd name="textAreaLeft" fmla="*/ 0 w 785520"/>
                <a:gd name="textAreaRight" fmla="*/ 785880 w 785520"/>
                <a:gd name="textAreaTop" fmla="*/ 0 h 65160"/>
                <a:gd name="textAreaBottom" fmla="*/ 65520 h 65160"/>
              </a:gdLst>
              <a:ahLst/>
              <a:cxnLst/>
              <a:rect l="textAreaLeft" t="textAreaTop" r="textAreaRight" b="textAreaBottom"/>
              <a:pathLst>
                <a:path w="28454" h="2369">
                  <a:moveTo>
                    <a:pt x="0" y="0"/>
                  </a:moveTo>
                  <a:lnTo>
                    <a:pt x="0" y="2369"/>
                  </a:lnTo>
                  <a:lnTo>
                    <a:pt x="28454" y="2369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2760" bIns="32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250;p32"/>
            <p:cNvSpPr/>
            <p:nvPr/>
          </p:nvSpPr>
          <p:spPr>
            <a:xfrm>
              <a:off x="6701040" y="4284000"/>
              <a:ext cx="1158840" cy="386640"/>
            </a:xfrm>
            <a:custGeom>
              <a:avLst/>
              <a:gdLst>
                <a:gd name="textAreaLeft" fmla="*/ 0 w 1158840"/>
                <a:gd name="textAreaRight" fmla="*/ 1159200 w 1158840"/>
                <a:gd name="textAreaTop" fmla="*/ 0 h 386640"/>
                <a:gd name="textAreaBottom" fmla="*/ 387000 h 386640"/>
              </a:gdLst>
              <a:ahLst/>
              <a:cxnLst/>
              <a:rect l="textAreaLeft" t="textAreaTop" r="textAreaRight" b="textAreaBottom"/>
              <a:pathLst>
                <a:path w="41964" h="14011">
                  <a:moveTo>
                    <a:pt x="8073" y="1"/>
                  </a:moveTo>
                  <a:lnTo>
                    <a:pt x="0" y="14011"/>
                  </a:lnTo>
                  <a:lnTo>
                    <a:pt x="41897" y="14011"/>
                  </a:lnTo>
                  <a:cubicBezTo>
                    <a:pt x="41897" y="14011"/>
                    <a:pt x="41963" y="6672"/>
                    <a:pt x="36459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251;p32"/>
            <p:cNvSpPr/>
            <p:nvPr/>
          </p:nvSpPr>
          <p:spPr>
            <a:xfrm>
              <a:off x="6148080" y="3768840"/>
              <a:ext cx="729360" cy="825480"/>
            </a:xfrm>
            <a:custGeom>
              <a:avLst/>
              <a:gdLst>
                <a:gd name="textAreaLeft" fmla="*/ 0 w 729360"/>
                <a:gd name="textAreaRight" fmla="*/ 729720 w 729360"/>
                <a:gd name="textAreaTop" fmla="*/ 0 h 825480"/>
                <a:gd name="textAreaBottom" fmla="*/ 825840 h 825480"/>
              </a:gdLst>
              <a:ahLst/>
              <a:cxnLst/>
              <a:rect l="textAreaLeft" t="textAreaTop" r="textAreaRight" b="textAreaBottom"/>
              <a:pathLst>
                <a:path w="26420" h="29889">
                  <a:moveTo>
                    <a:pt x="16279" y="0"/>
                  </a:moveTo>
                  <a:lnTo>
                    <a:pt x="1" y="22550"/>
                  </a:lnTo>
                  <a:lnTo>
                    <a:pt x="10141" y="29888"/>
                  </a:lnTo>
                  <a:lnTo>
                    <a:pt x="26420" y="7339"/>
                  </a:lnTo>
                  <a:lnTo>
                    <a:pt x="16279" y="0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252;p32"/>
            <p:cNvSpPr/>
            <p:nvPr/>
          </p:nvSpPr>
          <p:spPr>
            <a:xfrm>
              <a:off x="6479640" y="3773160"/>
              <a:ext cx="396000" cy="321120"/>
            </a:xfrm>
            <a:custGeom>
              <a:avLst/>
              <a:gdLst>
                <a:gd name="textAreaLeft" fmla="*/ 0 w 396000"/>
                <a:gd name="textAreaRight" fmla="*/ 396360 w 396000"/>
                <a:gd name="textAreaTop" fmla="*/ 0 h 321120"/>
                <a:gd name="textAreaBottom" fmla="*/ 321480 h 321120"/>
              </a:gdLst>
              <a:ahLst/>
              <a:cxnLst/>
              <a:rect l="textAreaLeft" t="textAreaTop" r="textAreaRight" b="textAreaBottom"/>
              <a:pathLst>
                <a:path w="14344" h="11643">
                  <a:moveTo>
                    <a:pt x="4203" y="1"/>
                  </a:moveTo>
                  <a:lnTo>
                    <a:pt x="0" y="5805"/>
                  </a:lnTo>
                  <a:lnTo>
                    <a:pt x="11208" y="11643"/>
                  </a:lnTo>
                  <a:lnTo>
                    <a:pt x="14344" y="7306"/>
                  </a:lnTo>
                  <a:lnTo>
                    <a:pt x="4203" y="1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253;p32"/>
            <p:cNvSpPr/>
            <p:nvPr/>
          </p:nvSpPr>
          <p:spPr>
            <a:xfrm>
              <a:off x="7297200" y="2693160"/>
              <a:ext cx="426240" cy="529200"/>
            </a:xfrm>
            <a:custGeom>
              <a:avLst/>
              <a:gdLst>
                <a:gd name="textAreaLeft" fmla="*/ 0 w 426240"/>
                <a:gd name="textAreaRight" fmla="*/ 426600 w 426240"/>
                <a:gd name="textAreaTop" fmla="*/ 0 h 529200"/>
                <a:gd name="textAreaBottom" fmla="*/ 529560 h 529200"/>
              </a:gdLst>
              <a:ahLst/>
              <a:cxnLst/>
              <a:rect l="textAreaLeft" t="textAreaTop" r="textAreaRight" b="textAreaBottom"/>
              <a:pathLst>
                <a:path w="15445" h="19167">
                  <a:moveTo>
                    <a:pt x="10383" y="0"/>
                  </a:moveTo>
                  <a:cubicBezTo>
                    <a:pt x="8118" y="0"/>
                    <a:pt x="4870" y="2632"/>
                    <a:pt x="3069" y="5874"/>
                  </a:cubicBezTo>
                  <a:cubicBezTo>
                    <a:pt x="1234" y="9176"/>
                    <a:pt x="601" y="12979"/>
                    <a:pt x="0" y="16682"/>
                  </a:cubicBezTo>
                  <a:cubicBezTo>
                    <a:pt x="1604" y="18328"/>
                    <a:pt x="3872" y="19167"/>
                    <a:pt x="6145" y="19167"/>
                  </a:cubicBezTo>
                  <a:cubicBezTo>
                    <a:pt x="7511" y="19167"/>
                    <a:pt x="8880" y="18863"/>
                    <a:pt x="10107" y="18250"/>
                  </a:cubicBezTo>
                  <a:cubicBezTo>
                    <a:pt x="13343" y="16648"/>
                    <a:pt x="15445" y="12979"/>
                    <a:pt x="15445" y="9343"/>
                  </a:cubicBezTo>
                  <a:cubicBezTo>
                    <a:pt x="15445" y="5674"/>
                    <a:pt x="13476" y="2171"/>
                    <a:pt x="10508" y="3"/>
                  </a:cubicBezTo>
                  <a:cubicBezTo>
                    <a:pt x="10466" y="1"/>
                    <a:pt x="10425" y="0"/>
                    <a:pt x="10383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254;p32"/>
            <p:cNvSpPr/>
            <p:nvPr/>
          </p:nvSpPr>
          <p:spPr>
            <a:xfrm>
              <a:off x="6748920" y="2717280"/>
              <a:ext cx="457560" cy="498960"/>
            </a:xfrm>
            <a:custGeom>
              <a:avLst/>
              <a:gdLst>
                <a:gd name="textAreaLeft" fmla="*/ 0 w 457560"/>
                <a:gd name="textAreaRight" fmla="*/ 457920 w 457560"/>
                <a:gd name="textAreaTop" fmla="*/ 0 h 498960"/>
                <a:gd name="textAreaBottom" fmla="*/ 499320 h 498960"/>
              </a:gdLst>
              <a:ahLst/>
              <a:cxnLst/>
              <a:rect l="textAreaLeft" t="textAreaTop" r="textAreaRight" b="textAreaBottom"/>
              <a:pathLst>
                <a:path w="16580" h="18072">
                  <a:moveTo>
                    <a:pt x="2302" y="0"/>
                  </a:moveTo>
                  <a:cubicBezTo>
                    <a:pt x="735" y="3103"/>
                    <a:pt x="1" y="6772"/>
                    <a:pt x="801" y="10141"/>
                  </a:cubicBezTo>
                  <a:cubicBezTo>
                    <a:pt x="1602" y="13510"/>
                    <a:pt x="4070" y="16612"/>
                    <a:pt x="7406" y="17680"/>
                  </a:cubicBezTo>
                  <a:cubicBezTo>
                    <a:pt x="8207" y="17944"/>
                    <a:pt x="9048" y="18072"/>
                    <a:pt x="9889" y="18072"/>
                  </a:cubicBezTo>
                  <a:cubicBezTo>
                    <a:pt x="12551" y="18072"/>
                    <a:pt x="15210" y="16792"/>
                    <a:pt x="16579" y="14511"/>
                  </a:cubicBezTo>
                  <a:cubicBezTo>
                    <a:pt x="14144" y="11976"/>
                    <a:pt x="12776" y="8607"/>
                    <a:pt x="10775" y="5671"/>
                  </a:cubicBezTo>
                  <a:cubicBezTo>
                    <a:pt x="8774" y="2769"/>
                    <a:pt x="5771" y="101"/>
                    <a:pt x="2302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255;p32"/>
            <p:cNvSpPr/>
            <p:nvPr/>
          </p:nvSpPr>
          <p:spPr>
            <a:xfrm>
              <a:off x="6977160" y="3045240"/>
              <a:ext cx="640080" cy="815040"/>
            </a:xfrm>
            <a:custGeom>
              <a:avLst/>
              <a:gdLst>
                <a:gd name="textAreaLeft" fmla="*/ 0 w 640080"/>
                <a:gd name="textAreaRight" fmla="*/ 640440 w 640080"/>
                <a:gd name="textAreaTop" fmla="*/ 0 h 815040"/>
                <a:gd name="textAreaBottom" fmla="*/ 815400 h 815040"/>
              </a:gdLst>
              <a:ahLst/>
              <a:cxnLst/>
              <a:rect l="textAreaLeft" t="textAreaTop" r="textAreaRight" b="textAreaBottom"/>
              <a:pathLst>
                <a:path w="23184" h="29522">
                  <a:moveTo>
                    <a:pt x="5904" y="1"/>
                  </a:moveTo>
                  <a:lnTo>
                    <a:pt x="4237" y="10008"/>
                  </a:lnTo>
                  <a:lnTo>
                    <a:pt x="0" y="10008"/>
                  </a:lnTo>
                  <a:lnTo>
                    <a:pt x="5037" y="29522"/>
                  </a:lnTo>
                  <a:lnTo>
                    <a:pt x="23183" y="10008"/>
                  </a:lnTo>
                  <a:lnTo>
                    <a:pt x="17313" y="10008"/>
                  </a:lnTo>
                  <a:lnTo>
                    <a:pt x="14077" y="1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256;p32"/>
            <p:cNvSpPr/>
            <p:nvPr/>
          </p:nvSpPr>
          <p:spPr>
            <a:xfrm>
              <a:off x="7130160" y="3047040"/>
              <a:ext cx="303840" cy="213480"/>
            </a:xfrm>
            <a:custGeom>
              <a:avLst/>
              <a:gdLst>
                <a:gd name="textAreaLeft" fmla="*/ 0 w 303840"/>
                <a:gd name="textAreaRight" fmla="*/ 304200 w 303840"/>
                <a:gd name="textAreaTop" fmla="*/ 0 h 213480"/>
                <a:gd name="textAreaBottom" fmla="*/ 213840 h 213480"/>
              </a:gdLst>
              <a:ahLst/>
              <a:cxnLst/>
              <a:rect l="textAreaLeft" t="textAreaTop" r="textAreaRight" b="textAreaBottom"/>
              <a:pathLst>
                <a:path w="11009" h="7737">
                  <a:moveTo>
                    <a:pt x="367" y="0"/>
                  </a:moveTo>
                  <a:lnTo>
                    <a:pt x="1" y="2369"/>
                  </a:lnTo>
                  <a:cubicBezTo>
                    <a:pt x="1669" y="4919"/>
                    <a:pt x="4675" y="7736"/>
                    <a:pt x="10028" y="7736"/>
                  </a:cubicBezTo>
                  <a:cubicBezTo>
                    <a:pt x="10346" y="7736"/>
                    <a:pt x="10673" y="7726"/>
                    <a:pt x="11008" y="7706"/>
                  </a:cubicBezTo>
                  <a:lnTo>
                    <a:pt x="8540" y="0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257;p32"/>
            <p:cNvSpPr/>
            <p:nvPr/>
          </p:nvSpPr>
          <p:spPr>
            <a:xfrm>
              <a:off x="7106400" y="3045240"/>
              <a:ext cx="511200" cy="423720"/>
            </a:xfrm>
            <a:custGeom>
              <a:avLst/>
              <a:gdLst>
                <a:gd name="textAreaLeft" fmla="*/ 0 w 511200"/>
                <a:gd name="textAreaRight" fmla="*/ 511560 w 511200"/>
                <a:gd name="textAreaTop" fmla="*/ 0 h 423720"/>
                <a:gd name="textAreaBottom" fmla="*/ 424080 h 423720"/>
              </a:gdLst>
              <a:ahLst/>
              <a:cxnLst/>
              <a:rect l="textAreaLeft" t="textAreaTop" r="textAreaRight" b="textAreaBottom"/>
              <a:pathLst>
                <a:path w="18514" h="15345">
                  <a:moveTo>
                    <a:pt x="1234" y="1"/>
                  </a:moveTo>
                  <a:lnTo>
                    <a:pt x="0" y="7439"/>
                  </a:lnTo>
                  <a:lnTo>
                    <a:pt x="13543" y="15345"/>
                  </a:lnTo>
                  <a:lnTo>
                    <a:pt x="18513" y="10008"/>
                  </a:lnTo>
                  <a:lnTo>
                    <a:pt x="12643" y="10008"/>
                  </a:lnTo>
                  <a:lnTo>
                    <a:pt x="9407" y="1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258;p32"/>
            <p:cNvSpPr/>
            <p:nvPr/>
          </p:nvSpPr>
          <p:spPr>
            <a:xfrm>
              <a:off x="6417000" y="3321720"/>
              <a:ext cx="632880" cy="749880"/>
            </a:xfrm>
            <a:custGeom>
              <a:avLst/>
              <a:gdLst>
                <a:gd name="textAreaLeft" fmla="*/ 0 w 632880"/>
                <a:gd name="textAreaRight" fmla="*/ 633240 w 632880"/>
                <a:gd name="textAreaTop" fmla="*/ 0 h 749880"/>
                <a:gd name="textAreaBottom" fmla="*/ 750240 h 749880"/>
              </a:gdLst>
              <a:ahLst/>
              <a:cxnLst/>
              <a:rect l="textAreaLeft" t="textAreaTop" r="textAreaRight" b="textAreaBottom"/>
              <a:pathLst>
                <a:path w="22917" h="27154">
                  <a:moveTo>
                    <a:pt x="18080" y="1"/>
                  </a:moveTo>
                  <a:cubicBezTo>
                    <a:pt x="15811" y="1"/>
                    <a:pt x="13643" y="968"/>
                    <a:pt x="12142" y="2669"/>
                  </a:cubicBezTo>
                  <a:lnTo>
                    <a:pt x="0" y="17647"/>
                  </a:lnTo>
                  <a:lnTo>
                    <a:pt x="17746" y="27154"/>
                  </a:lnTo>
                  <a:lnTo>
                    <a:pt x="22916" y="1"/>
                  </a:ln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259;p32"/>
            <p:cNvSpPr/>
            <p:nvPr/>
          </p:nvSpPr>
          <p:spPr>
            <a:xfrm>
              <a:off x="6564600" y="3435120"/>
              <a:ext cx="450360" cy="636480"/>
            </a:xfrm>
            <a:custGeom>
              <a:avLst/>
              <a:gdLst>
                <a:gd name="textAreaLeft" fmla="*/ 0 w 450360"/>
                <a:gd name="textAreaRight" fmla="*/ 450720 w 450360"/>
                <a:gd name="textAreaTop" fmla="*/ 0 h 636480"/>
                <a:gd name="textAreaBottom" fmla="*/ 636840 h 636480"/>
              </a:gdLst>
              <a:ahLst/>
              <a:cxnLst/>
              <a:rect l="textAreaLeft" t="textAreaTop" r="textAreaRight" b="textAreaBottom"/>
              <a:pathLst>
                <a:path w="16312" h="23051">
                  <a:moveTo>
                    <a:pt x="14344" y="1"/>
                  </a:moveTo>
                  <a:lnTo>
                    <a:pt x="0" y="16379"/>
                  </a:lnTo>
                  <a:lnTo>
                    <a:pt x="12409" y="23051"/>
                  </a:lnTo>
                  <a:lnTo>
                    <a:pt x="16312" y="2636"/>
                  </a:lnTo>
                  <a:lnTo>
                    <a:pt x="14344" y="1"/>
                  </a:ln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260;p32"/>
            <p:cNvSpPr/>
            <p:nvPr/>
          </p:nvSpPr>
          <p:spPr>
            <a:xfrm>
              <a:off x="7423200" y="2441880"/>
              <a:ext cx="315720" cy="420840"/>
            </a:xfrm>
            <a:custGeom>
              <a:avLst/>
              <a:gdLst>
                <a:gd name="textAreaLeft" fmla="*/ 0 w 315720"/>
                <a:gd name="textAreaRight" fmla="*/ 316080 w 315720"/>
                <a:gd name="textAreaTop" fmla="*/ 0 h 420840"/>
                <a:gd name="textAreaBottom" fmla="*/ 421200 h 420840"/>
              </a:gdLst>
              <a:ahLst/>
              <a:cxnLst/>
              <a:rect l="textAreaLeft" t="textAreaTop" r="textAreaRight" b="textAreaBottom"/>
              <a:pathLst>
                <a:path w="11447" h="15242">
                  <a:moveTo>
                    <a:pt x="405" y="1"/>
                  </a:moveTo>
                  <a:cubicBezTo>
                    <a:pt x="405" y="1"/>
                    <a:pt x="0" y="15242"/>
                    <a:pt x="3734" y="15242"/>
                  </a:cubicBezTo>
                  <a:cubicBezTo>
                    <a:pt x="4286" y="15242"/>
                    <a:pt x="4928" y="14909"/>
                    <a:pt x="5676" y="14144"/>
                  </a:cubicBezTo>
                  <a:cubicBezTo>
                    <a:pt x="11447" y="8173"/>
                    <a:pt x="5109" y="1635"/>
                    <a:pt x="5109" y="1635"/>
                  </a:cubicBezTo>
                  <a:lnTo>
                    <a:pt x="405" y="1"/>
                  </a:ln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261;p32"/>
            <p:cNvSpPr/>
            <p:nvPr/>
          </p:nvSpPr>
          <p:spPr>
            <a:xfrm>
              <a:off x="6899040" y="2333160"/>
              <a:ext cx="668520" cy="778320"/>
            </a:xfrm>
            <a:custGeom>
              <a:avLst/>
              <a:gdLst>
                <a:gd name="textAreaLeft" fmla="*/ 0 w 668520"/>
                <a:gd name="textAreaRight" fmla="*/ 668880 w 668520"/>
                <a:gd name="textAreaTop" fmla="*/ 0 h 778320"/>
                <a:gd name="textAreaBottom" fmla="*/ 778680 h 778320"/>
              </a:gdLst>
              <a:ahLst/>
              <a:cxnLst/>
              <a:rect l="textAreaLeft" t="textAreaTop" r="textAreaRight" b="textAreaBottom"/>
              <a:pathLst>
                <a:path w="24219" h="28188">
                  <a:moveTo>
                    <a:pt x="1" y="1"/>
                  </a:moveTo>
                  <a:lnTo>
                    <a:pt x="568" y="17680"/>
                  </a:lnTo>
                  <a:cubicBezTo>
                    <a:pt x="568" y="23451"/>
                    <a:pt x="5271" y="28187"/>
                    <a:pt x="11075" y="28187"/>
                  </a:cubicBezTo>
                  <a:lnTo>
                    <a:pt x="13711" y="28187"/>
                  </a:lnTo>
                  <a:cubicBezTo>
                    <a:pt x="19515" y="28187"/>
                    <a:pt x="24218" y="23517"/>
                    <a:pt x="24185" y="17680"/>
                  </a:cubicBezTo>
                  <a:lnTo>
                    <a:pt x="23584" y="1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262;p32"/>
            <p:cNvSpPr/>
            <p:nvPr/>
          </p:nvSpPr>
          <p:spPr>
            <a:xfrm>
              <a:off x="7284960" y="2748240"/>
              <a:ext cx="53280" cy="164880"/>
            </a:xfrm>
            <a:custGeom>
              <a:avLst/>
              <a:gdLst>
                <a:gd name="textAreaLeft" fmla="*/ 0 w 53280"/>
                <a:gd name="textAreaRight" fmla="*/ 53640 w 5328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1936" h="5985">
                  <a:moveTo>
                    <a:pt x="273" y="0"/>
                  </a:moveTo>
                  <a:cubicBezTo>
                    <a:pt x="191" y="0"/>
                    <a:pt x="104" y="25"/>
                    <a:pt x="67" y="80"/>
                  </a:cubicBezTo>
                  <a:cubicBezTo>
                    <a:pt x="1" y="180"/>
                    <a:pt x="1" y="381"/>
                    <a:pt x="101" y="481"/>
                  </a:cubicBezTo>
                  <a:cubicBezTo>
                    <a:pt x="868" y="1048"/>
                    <a:pt x="1335" y="1982"/>
                    <a:pt x="1368" y="2916"/>
                  </a:cubicBezTo>
                  <a:cubicBezTo>
                    <a:pt x="1368" y="3883"/>
                    <a:pt x="935" y="4850"/>
                    <a:pt x="234" y="5484"/>
                  </a:cubicBezTo>
                  <a:cubicBezTo>
                    <a:pt x="101" y="5584"/>
                    <a:pt x="101" y="5751"/>
                    <a:pt x="201" y="5884"/>
                  </a:cubicBezTo>
                  <a:cubicBezTo>
                    <a:pt x="234" y="5918"/>
                    <a:pt x="334" y="5985"/>
                    <a:pt x="401" y="5985"/>
                  </a:cubicBezTo>
                  <a:cubicBezTo>
                    <a:pt x="468" y="5985"/>
                    <a:pt x="519" y="5955"/>
                    <a:pt x="556" y="5955"/>
                  </a:cubicBezTo>
                  <a:cubicBezTo>
                    <a:pt x="575" y="5955"/>
                    <a:pt x="590" y="5962"/>
                    <a:pt x="601" y="5985"/>
                  </a:cubicBezTo>
                  <a:cubicBezTo>
                    <a:pt x="1435" y="5217"/>
                    <a:pt x="1935" y="4083"/>
                    <a:pt x="1902" y="2982"/>
                  </a:cubicBezTo>
                  <a:cubicBezTo>
                    <a:pt x="1902" y="1848"/>
                    <a:pt x="1335" y="747"/>
                    <a:pt x="434" y="47"/>
                  </a:cubicBezTo>
                  <a:cubicBezTo>
                    <a:pt x="404" y="17"/>
                    <a:pt x="341" y="0"/>
                    <a:pt x="273" y="0"/>
                  </a:cubicBezTo>
                  <a:close/>
                </a:path>
              </a:pathLst>
            </a:custGeom>
            <a:solidFill>
              <a:srgbClr val="D6938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440" bIns="82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263;p32"/>
            <p:cNvSpPr/>
            <p:nvPr/>
          </p:nvSpPr>
          <p:spPr>
            <a:xfrm>
              <a:off x="6953400" y="2730960"/>
              <a:ext cx="197640" cy="197640"/>
            </a:xfrm>
            <a:custGeom>
              <a:avLst/>
              <a:gdLst>
                <a:gd name="textAreaLeft" fmla="*/ 0 w 197640"/>
                <a:gd name="textAreaRight" fmla="*/ 198000 w 197640"/>
                <a:gd name="textAreaTop" fmla="*/ 0 h 197640"/>
                <a:gd name="textAreaBottom" fmla="*/ 198000 h 197640"/>
              </a:gdLst>
              <a:ahLst/>
              <a:cxnLst/>
              <a:rect l="textAreaLeft" t="textAreaTop" r="textAreaRight" b="textAreaBottom"/>
              <a:pathLst>
                <a:path w="7173" h="7173">
                  <a:moveTo>
                    <a:pt x="3570" y="1"/>
                  </a:moveTo>
                  <a:cubicBezTo>
                    <a:pt x="1602" y="1"/>
                    <a:pt x="1" y="1602"/>
                    <a:pt x="1" y="3603"/>
                  </a:cubicBezTo>
                  <a:cubicBezTo>
                    <a:pt x="1" y="5571"/>
                    <a:pt x="1602" y="7173"/>
                    <a:pt x="3570" y="7173"/>
                  </a:cubicBezTo>
                  <a:cubicBezTo>
                    <a:pt x="5538" y="7173"/>
                    <a:pt x="7173" y="5571"/>
                    <a:pt x="7173" y="3603"/>
                  </a:cubicBezTo>
                  <a:cubicBezTo>
                    <a:pt x="7173" y="1602"/>
                    <a:pt x="5538" y="1"/>
                    <a:pt x="3570" y="1"/>
                  </a:cubicBezTo>
                  <a:close/>
                </a:path>
              </a:pathLst>
            </a:custGeom>
            <a:solidFill>
              <a:srgbClr val="FFBAB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264;p32"/>
            <p:cNvSpPr/>
            <p:nvPr/>
          </p:nvSpPr>
          <p:spPr>
            <a:xfrm>
              <a:off x="7433640" y="2730240"/>
              <a:ext cx="134280" cy="198720"/>
            </a:xfrm>
            <a:custGeom>
              <a:avLst/>
              <a:gdLst>
                <a:gd name="textAreaLeft" fmla="*/ 0 w 134280"/>
                <a:gd name="textAreaRight" fmla="*/ 134640 w 134280"/>
                <a:gd name="textAreaTop" fmla="*/ 0 h 198720"/>
                <a:gd name="textAreaBottom" fmla="*/ 199080 h 198720"/>
              </a:gdLst>
              <a:ahLst/>
              <a:cxnLst/>
              <a:rect l="textAreaLeft" t="textAreaTop" r="textAreaRight" b="textAreaBottom"/>
              <a:pathLst>
                <a:path w="4871" h="7206">
                  <a:moveTo>
                    <a:pt x="3636" y="0"/>
                  </a:moveTo>
                  <a:cubicBezTo>
                    <a:pt x="1635" y="0"/>
                    <a:pt x="0" y="1635"/>
                    <a:pt x="0" y="3636"/>
                  </a:cubicBezTo>
                  <a:cubicBezTo>
                    <a:pt x="0" y="5638"/>
                    <a:pt x="1601" y="7206"/>
                    <a:pt x="3569" y="7206"/>
                  </a:cubicBezTo>
                  <a:cubicBezTo>
                    <a:pt x="3736" y="7206"/>
                    <a:pt x="3936" y="7206"/>
                    <a:pt x="4136" y="7172"/>
                  </a:cubicBezTo>
                  <a:cubicBezTo>
                    <a:pt x="4570" y="5971"/>
                    <a:pt x="4870" y="4670"/>
                    <a:pt x="4870" y="3336"/>
                  </a:cubicBezTo>
                  <a:lnTo>
                    <a:pt x="4803" y="201"/>
                  </a:lnTo>
                  <a:cubicBezTo>
                    <a:pt x="4403" y="67"/>
                    <a:pt x="4036" y="0"/>
                    <a:pt x="3636" y="0"/>
                  </a:cubicBezTo>
                  <a:close/>
                </a:path>
              </a:pathLst>
            </a:custGeom>
            <a:solidFill>
              <a:srgbClr val="FFBAB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" name="Google Shape;265;p32"/>
            <p:cNvSpPr/>
            <p:nvPr/>
          </p:nvSpPr>
          <p:spPr>
            <a:xfrm>
              <a:off x="7101720" y="2122920"/>
              <a:ext cx="180360" cy="190800"/>
            </a:xfrm>
            <a:custGeom>
              <a:avLst/>
              <a:gdLst>
                <a:gd name="textAreaLeft" fmla="*/ 0 w 180360"/>
                <a:gd name="textAreaRight" fmla="*/ 180720 w 180360"/>
                <a:gd name="textAreaTop" fmla="*/ 0 h 190800"/>
                <a:gd name="textAreaBottom" fmla="*/ 191160 h 190800"/>
              </a:gdLst>
              <a:ahLst/>
              <a:cxnLst/>
              <a:rect l="textAreaLeft" t="textAreaTop" r="textAreaRight" b="textAreaBottom"/>
              <a:pathLst>
                <a:path w="6539" h="6924">
                  <a:moveTo>
                    <a:pt x="4537" y="0"/>
                  </a:moveTo>
                  <a:cubicBezTo>
                    <a:pt x="5171" y="1368"/>
                    <a:pt x="4637" y="3036"/>
                    <a:pt x="3670" y="4170"/>
                  </a:cubicBezTo>
                  <a:cubicBezTo>
                    <a:pt x="2669" y="5337"/>
                    <a:pt x="1335" y="6038"/>
                    <a:pt x="0" y="6772"/>
                  </a:cubicBezTo>
                  <a:cubicBezTo>
                    <a:pt x="539" y="6874"/>
                    <a:pt x="1059" y="6923"/>
                    <a:pt x="1552" y="6923"/>
                  </a:cubicBezTo>
                  <a:cubicBezTo>
                    <a:pt x="3468" y="6923"/>
                    <a:pt x="4981" y="6177"/>
                    <a:pt x="5671" y="4904"/>
                  </a:cubicBezTo>
                  <a:cubicBezTo>
                    <a:pt x="6538" y="3302"/>
                    <a:pt x="6038" y="1101"/>
                    <a:pt x="4537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266;p32"/>
            <p:cNvSpPr/>
            <p:nvPr/>
          </p:nvSpPr>
          <p:spPr>
            <a:xfrm>
              <a:off x="6706440" y="2283840"/>
              <a:ext cx="478800" cy="40824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408240"/>
                <a:gd name="textAreaBottom" fmla="*/ 408600 h 408240"/>
              </a:gdLst>
              <a:ahLst/>
              <a:cxnLst/>
              <a:rect l="textAreaLeft" t="textAreaTop" r="textAreaRight" b="textAreaBottom"/>
              <a:pathLst>
                <a:path w="17346" h="14793">
                  <a:moveTo>
                    <a:pt x="13643" y="1"/>
                  </a:moveTo>
                  <a:cubicBezTo>
                    <a:pt x="10083" y="1"/>
                    <a:pt x="5267" y="1093"/>
                    <a:pt x="2969" y="3185"/>
                  </a:cubicBezTo>
                  <a:cubicBezTo>
                    <a:pt x="0" y="5953"/>
                    <a:pt x="601" y="11124"/>
                    <a:pt x="2302" y="14793"/>
                  </a:cubicBezTo>
                  <a:cubicBezTo>
                    <a:pt x="5971" y="14793"/>
                    <a:pt x="10541" y="12725"/>
                    <a:pt x="13210" y="10223"/>
                  </a:cubicBezTo>
                  <a:cubicBezTo>
                    <a:pt x="15878" y="7721"/>
                    <a:pt x="17346" y="3818"/>
                    <a:pt x="16345" y="282"/>
                  </a:cubicBezTo>
                  <a:cubicBezTo>
                    <a:pt x="15614" y="94"/>
                    <a:pt x="14682" y="1"/>
                    <a:pt x="13643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267;p32"/>
            <p:cNvSpPr/>
            <p:nvPr/>
          </p:nvSpPr>
          <p:spPr>
            <a:xfrm>
              <a:off x="6559920" y="2672280"/>
              <a:ext cx="298080" cy="346320"/>
            </a:xfrm>
            <a:custGeom>
              <a:avLst/>
              <a:gdLst>
                <a:gd name="textAreaLeft" fmla="*/ 0 w 298080"/>
                <a:gd name="textAreaRight" fmla="*/ 298440 w 298080"/>
                <a:gd name="textAreaTop" fmla="*/ 0 h 346320"/>
                <a:gd name="textAreaBottom" fmla="*/ 346680 h 346320"/>
              </a:gdLst>
              <a:ahLst/>
              <a:cxnLst/>
              <a:rect l="textAreaLeft" t="textAreaTop" r="textAreaRight" b="textAreaBottom"/>
              <a:pathLst>
                <a:path w="10809" h="12548">
                  <a:moveTo>
                    <a:pt x="10808" y="1"/>
                  </a:moveTo>
                  <a:cubicBezTo>
                    <a:pt x="9074" y="1002"/>
                    <a:pt x="7005" y="1435"/>
                    <a:pt x="5137" y="2169"/>
                  </a:cubicBezTo>
                  <a:cubicBezTo>
                    <a:pt x="3269" y="2936"/>
                    <a:pt x="1401" y="4104"/>
                    <a:pt x="634" y="5972"/>
                  </a:cubicBezTo>
                  <a:cubicBezTo>
                    <a:pt x="0" y="7573"/>
                    <a:pt x="267" y="9441"/>
                    <a:pt x="1335" y="10775"/>
                  </a:cubicBezTo>
                  <a:cubicBezTo>
                    <a:pt x="2232" y="11897"/>
                    <a:pt x="3672" y="12548"/>
                    <a:pt x="5100" y="12548"/>
                  </a:cubicBezTo>
                  <a:cubicBezTo>
                    <a:pt x="5370" y="12548"/>
                    <a:pt x="5639" y="12524"/>
                    <a:pt x="5905" y="12477"/>
                  </a:cubicBezTo>
                  <a:cubicBezTo>
                    <a:pt x="4237" y="11676"/>
                    <a:pt x="3303" y="9741"/>
                    <a:pt x="3403" y="7907"/>
                  </a:cubicBezTo>
                  <a:cubicBezTo>
                    <a:pt x="3503" y="6072"/>
                    <a:pt x="4504" y="4337"/>
                    <a:pt x="5938" y="3137"/>
                  </a:cubicBezTo>
                  <a:cubicBezTo>
                    <a:pt x="7272" y="1936"/>
                    <a:pt x="8974" y="1135"/>
                    <a:pt x="10808" y="1"/>
                  </a:cubicBezTo>
                  <a:close/>
                </a:path>
              </a:pathLst>
            </a:custGeom>
            <a:solidFill>
              <a:srgbClr val="09066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268;p32"/>
            <p:cNvSpPr/>
            <p:nvPr/>
          </p:nvSpPr>
          <p:spPr>
            <a:xfrm>
              <a:off x="6647400" y="2706120"/>
              <a:ext cx="279720" cy="519840"/>
            </a:xfrm>
            <a:custGeom>
              <a:avLst/>
              <a:gdLst>
                <a:gd name="textAreaLeft" fmla="*/ 0 w 279720"/>
                <a:gd name="textAreaRight" fmla="*/ 280080 w 279720"/>
                <a:gd name="textAreaTop" fmla="*/ 0 h 519840"/>
                <a:gd name="textAreaBottom" fmla="*/ 520200 h 519840"/>
              </a:gdLst>
              <a:ahLst/>
              <a:cxnLst/>
              <a:rect l="textAreaLeft" t="textAreaTop" r="textAreaRight" b="textAreaBottom"/>
              <a:pathLst>
                <a:path w="10141" h="18831">
                  <a:moveTo>
                    <a:pt x="4737" y="0"/>
                  </a:moveTo>
                  <a:cubicBezTo>
                    <a:pt x="2936" y="2335"/>
                    <a:pt x="1335" y="4904"/>
                    <a:pt x="668" y="7772"/>
                  </a:cubicBezTo>
                  <a:cubicBezTo>
                    <a:pt x="0" y="10675"/>
                    <a:pt x="401" y="13877"/>
                    <a:pt x="2235" y="16212"/>
                  </a:cubicBezTo>
                  <a:cubicBezTo>
                    <a:pt x="3520" y="17824"/>
                    <a:pt x="5591" y="18831"/>
                    <a:pt x="7622" y="18831"/>
                  </a:cubicBezTo>
                  <a:cubicBezTo>
                    <a:pt x="8490" y="18831"/>
                    <a:pt x="9351" y="18646"/>
                    <a:pt x="10141" y="18247"/>
                  </a:cubicBezTo>
                  <a:lnTo>
                    <a:pt x="10141" y="18247"/>
                  </a:lnTo>
                  <a:cubicBezTo>
                    <a:pt x="9879" y="18307"/>
                    <a:pt x="9618" y="18336"/>
                    <a:pt x="9359" y="18336"/>
                  </a:cubicBezTo>
                  <a:cubicBezTo>
                    <a:pt x="7344" y="18336"/>
                    <a:pt x="5495" y="16588"/>
                    <a:pt x="4904" y="14577"/>
                  </a:cubicBezTo>
                  <a:cubicBezTo>
                    <a:pt x="4237" y="12342"/>
                    <a:pt x="4770" y="9907"/>
                    <a:pt x="5338" y="7606"/>
                  </a:cubicBezTo>
                  <a:cubicBezTo>
                    <a:pt x="5905" y="5337"/>
                    <a:pt x="6505" y="2936"/>
                    <a:pt x="4737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269;p32"/>
            <p:cNvSpPr/>
            <p:nvPr/>
          </p:nvSpPr>
          <p:spPr>
            <a:xfrm>
              <a:off x="7611480" y="2716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" fill="none">
                  <a:moveTo>
                    <a:pt x="1" y="0"/>
                  </a:moveTo>
                </a:path>
              </a:pathLst>
            </a:custGeom>
            <a:noFill/>
            <a:ln w="667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270;p32"/>
            <p:cNvSpPr/>
            <p:nvPr/>
          </p:nvSpPr>
          <p:spPr>
            <a:xfrm>
              <a:off x="7617600" y="2648160"/>
              <a:ext cx="196920" cy="463320"/>
            </a:xfrm>
            <a:custGeom>
              <a:avLst/>
              <a:gdLst>
                <a:gd name="textAreaLeft" fmla="*/ 0 w 196920"/>
                <a:gd name="textAreaRight" fmla="*/ 197280 w 196920"/>
                <a:gd name="textAreaTop" fmla="*/ 0 h 463320"/>
                <a:gd name="textAreaBottom" fmla="*/ 463680 h 463320"/>
              </a:gdLst>
              <a:ahLst/>
              <a:cxnLst/>
              <a:rect l="textAreaLeft" t="textAreaTop" r="textAreaRight" b="textAreaBottom"/>
              <a:pathLst>
                <a:path w="7139" h="16780">
                  <a:moveTo>
                    <a:pt x="0" y="1"/>
                  </a:moveTo>
                  <a:lnTo>
                    <a:pt x="0" y="1"/>
                  </a:lnTo>
                  <a:cubicBezTo>
                    <a:pt x="34" y="2136"/>
                    <a:pt x="601" y="4137"/>
                    <a:pt x="1502" y="5938"/>
                  </a:cubicBezTo>
                  <a:cubicBezTo>
                    <a:pt x="2335" y="7673"/>
                    <a:pt x="3470" y="9307"/>
                    <a:pt x="4137" y="11142"/>
                  </a:cubicBezTo>
                  <a:cubicBezTo>
                    <a:pt x="4804" y="12977"/>
                    <a:pt x="4971" y="15112"/>
                    <a:pt x="3903" y="16779"/>
                  </a:cubicBezTo>
                  <a:cubicBezTo>
                    <a:pt x="6005" y="16012"/>
                    <a:pt x="7139" y="13510"/>
                    <a:pt x="6905" y="11309"/>
                  </a:cubicBezTo>
                  <a:cubicBezTo>
                    <a:pt x="6705" y="9040"/>
                    <a:pt x="5471" y="7039"/>
                    <a:pt x="4070" y="5304"/>
                  </a:cubicBezTo>
                  <a:cubicBezTo>
                    <a:pt x="2702" y="3537"/>
                    <a:pt x="1101" y="1935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271;p32"/>
            <p:cNvSpPr/>
            <p:nvPr/>
          </p:nvSpPr>
          <p:spPr>
            <a:xfrm>
              <a:off x="7184520" y="2269080"/>
              <a:ext cx="452160" cy="347760"/>
            </a:xfrm>
            <a:custGeom>
              <a:avLst/>
              <a:gdLst>
                <a:gd name="textAreaLeft" fmla="*/ 0 w 452160"/>
                <a:gd name="textAreaRight" fmla="*/ 452520 w 452160"/>
                <a:gd name="textAreaTop" fmla="*/ 0 h 347760"/>
                <a:gd name="textAreaBottom" fmla="*/ 348120 h 347760"/>
              </a:gdLst>
              <a:ahLst/>
              <a:cxnLst/>
              <a:rect l="textAreaLeft" t="textAreaTop" r="textAreaRight" b="textAreaBottom"/>
              <a:pathLst>
                <a:path w="16379" h="12605">
                  <a:moveTo>
                    <a:pt x="5353" y="0"/>
                  </a:moveTo>
                  <a:cubicBezTo>
                    <a:pt x="3457" y="0"/>
                    <a:pt x="1506" y="150"/>
                    <a:pt x="1" y="546"/>
                  </a:cubicBezTo>
                  <a:cubicBezTo>
                    <a:pt x="3136" y="5749"/>
                    <a:pt x="8473" y="10386"/>
                    <a:pt x="13410" y="12354"/>
                  </a:cubicBezTo>
                  <a:cubicBezTo>
                    <a:pt x="13761" y="12471"/>
                    <a:pt x="14145" y="12605"/>
                    <a:pt x="14516" y="12605"/>
                  </a:cubicBezTo>
                  <a:cubicBezTo>
                    <a:pt x="14674" y="12605"/>
                    <a:pt x="14829" y="12581"/>
                    <a:pt x="14978" y="12521"/>
                  </a:cubicBezTo>
                  <a:cubicBezTo>
                    <a:pt x="15712" y="12187"/>
                    <a:pt x="15912" y="11220"/>
                    <a:pt x="16012" y="10386"/>
                  </a:cubicBezTo>
                  <a:cubicBezTo>
                    <a:pt x="16212" y="8251"/>
                    <a:pt x="16379" y="6050"/>
                    <a:pt x="15478" y="4148"/>
                  </a:cubicBezTo>
                  <a:cubicBezTo>
                    <a:pt x="14344" y="1746"/>
                    <a:pt x="11642" y="412"/>
                    <a:pt x="9007" y="179"/>
                  </a:cubicBezTo>
                  <a:cubicBezTo>
                    <a:pt x="7923" y="70"/>
                    <a:pt x="6651" y="0"/>
                    <a:pt x="5353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272;p32"/>
            <p:cNvSpPr/>
            <p:nvPr/>
          </p:nvSpPr>
          <p:spPr>
            <a:xfrm>
              <a:off x="7153200" y="2901600"/>
              <a:ext cx="196920" cy="96480"/>
            </a:xfrm>
            <a:custGeom>
              <a:avLst/>
              <a:gdLst>
                <a:gd name="textAreaLeft" fmla="*/ 0 w 196920"/>
                <a:gd name="textAreaRight" fmla="*/ 197280 w 196920"/>
                <a:gd name="textAreaTop" fmla="*/ 0 h 96480"/>
                <a:gd name="textAreaBottom" fmla="*/ 96840 h 96480"/>
              </a:gdLst>
              <a:ahLst/>
              <a:cxnLst/>
              <a:rect l="textAreaLeft" t="textAreaTop" r="textAreaRight" b="textAreaBottom"/>
              <a:pathLst>
                <a:path w="7139" h="3504">
                  <a:moveTo>
                    <a:pt x="307" y="1"/>
                  </a:moveTo>
                  <a:cubicBezTo>
                    <a:pt x="260" y="1"/>
                    <a:pt x="212" y="12"/>
                    <a:pt x="167" y="34"/>
                  </a:cubicBezTo>
                  <a:cubicBezTo>
                    <a:pt x="34" y="134"/>
                    <a:pt x="0" y="301"/>
                    <a:pt x="101" y="435"/>
                  </a:cubicBezTo>
                  <a:cubicBezTo>
                    <a:pt x="1201" y="2336"/>
                    <a:pt x="3370" y="3503"/>
                    <a:pt x="5604" y="3503"/>
                  </a:cubicBezTo>
                  <a:cubicBezTo>
                    <a:pt x="6038" y="3503"/>
                    <a:pt x="6505" y="3470"/>
                    <a:pt x="6872" y="3370"/>
                  </a:cubicBezTo>
                  <a:cubicBezTo>
                    <a:pt x="7039" y="3337"/>
                    <a:pt x="7139" y="3203"/>
                    <a:pt x="7106" y="3036"/>
                  </a:cubicBezTo>
                  <a:cubicBezTo>
                    <a:pt x="7050" y="2897"/>
                    <a:pt x="6971" y="2828"/>
                    <a:pt x="6850" y="2828"/>
                  </a:cubicBezTo>
                  <a:cubicBezTo>
                    <a:pt x="6826" y="2828"/>
                    <a:pt x="6800" y="2831"/>
                    <a:pt x="6772" y="2836"/>
                  </a:cubicBezTo>
                  <a:cubicBezTo>
                    <a:pt x="6402" y="2916"/>
                    <a:pt x="6024" y="2954"/>
                    <a:pt x="5644" y="2954"/>
                  </a:cubicBezTo>
                  <a:cubicBezTo>
                    <a:pt x="3627" y="2954"/>
                    <a:pt x="1573" y="1875"/>
                    <a:pt x="534" y="134"/>
                  </a:cubicBezTo>
                  <a:cubicBezTo>
                    <a:pt x="490" y="45"/>
                    <a:pt x="401" y="1"/>
                    <a:pt x="307" y="1"/>
                  </a:cubicBezTo>
                  <a:close/>
                </a:path>
              </a:pathLst>
            </a:custGeom>
            <a:solidFill>
              <a:srgbClr val="D6938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273;p32"/>
            <p:cNvSpPr/>
            <p:nvPr/>
          </p:nvSpPr>
          <p:spPr>
            <a:xfrm>
              <a:off x="6715440" y="2573640"/>
              <a:ext cx="238320" cy="158040"/>
            </a:xfrm>
            <a:custGeom>
              <a:avLst/>
              <a:gdLst>
                <a:gd name="textAreaLeft" fmla="*/ 0 w 238320"/>
                <a:gd name="textAreaRight" fmla="*/ 238680 w 238320"/>
                <a:gd name="textAreaTop" fmla="*/ 0 h 158040"/>
                <a:gd name="textAreaBottom" fmla="*/ 158400 h 158040"/>
              </a:gdLst>
              <a:ahLst/>
              <a:cxnLst/>
              <a:rect l="textAreaLeft" t="textAreaTop" r="textAreaRight" b="textAreaBottom"/>
              <a:pathLst>
                <a:path w="8641" h="5736">
                  <a:moveTo>
                    <a:pt x="6196" y="0"/>
                  </a:moveTo>
                  <a:cubicBezTo>
                    <a:pt x="5922" y="0"/>
                    <a:pt x="5643" y="54"/>
                    <a:pt x="5371" y="170"/>
                  </a:cubicBezTo>
                  <a:lnTo>
                    <a:pt x="1669" y="1637"/>
                  </a:lnTo>
                  <a:cubicBezTo>
                    <a:pt x="535" y="2071"/>
                    <a:pt x="1" y="3372"/>
                    <a:pt x="535" y="4506"/>
                  </a:cubicBezTo>
                  <a:lnTo>
                    <a:pt x="535" y="4539"/>
                  </a:lnTo>
                  <a:cubicBezTo>
                    <a:pt x="908" y="5286"/>
                    <a:pt x="1690" y="5736"/>
                    <a:pt x="2492" y="5736"/>
                  </a:cubicBezTo>
                  <a:cubicBezTo>
                    <a:pt x="2765" y="5736"/>
                    <a:pt x="3041" y="5684"/>
                    <a:pt x="3303" y="5573"/>
                  </a:cubicBezTo>
                  <a:lnTo>
                    <a:pt x="7006" y="4072"/>
                  </a:lnTo>
                  <a:cubicBezTo>
                    <a:pt x="8107" y="3639"/>
                    <a:pt x="8640" y="2404"/>
                    <a:pt x="8173" y="1337"/>
                  </a:cubicBezTo>
                  <a:cubicBezTo>
                    <a:pt x="7821" y="508"/>
                    <a:pt x="7034" y="0"/>
                    <a:pt x="6196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0" bIns="79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" name="Google Shape;274;p32"/>
            <p:cNvSpPr/>
            <p:nvPr/>
          </p:nvSpPr>
          <p:spPr>
            <a:xfrm>
              <a:off x="6882480" y="2492280"/>
              <a:ext cx="666720" cy="352080"/>
            </a:xfrm>
            <a:custGeom>
              <a:avLst/>
              <a:gdLst>
                <a:gd name="textAreaLeft" fmla="*/ 0 w 666720"/>
                <a:gd name="textAreaRight" fmla="*/ 667080 w 666720"/>
                <a:gd name="textAreaTop" fmla="*/ 0 h 352080"/>
                <a:gd name="textAreaBottom" fmla="*/ 352440 h 352080"/>
              </a:gdLst>
              <a:ahLst/>
              <a:cxnLst/>
              <a:rect l="textAreaLeft" t="textAreaTop" r="textAreaRight" b="textAreaBottom"/>
              <a:pathLst>
                <a:path w="24152" h="12752">
                  <a:moveTo>
                    <a:pt x="13918" y="0"/>
                  </a:moveTo>
                  <a:cubicBezTo>
                    <a:pt x="9110" y="0"/>
                    <a:pt x="4288" y="1065"/>
                    <a:pt x="0" y="3007"/>
                  </a:cubicBezTo>
                  <a:cubicBezTo>
                    <a:pt x="601" y="5576"/>
                    <a:pt x="1335" y="8144"/>
                    <a:pt x="3003" y="10146"/>
                  </a:cubicBezTo>
                  <a:cubicBezTo>
                    <a:pt x="4286" y="11685"/>
                    <a:pt x="6259" y="12751"/>
                    <a:pt x="8226" y="12751"/>
                  </a:cubicBezTo>
                  <a:cubicBezTo>
                    <a:pt x="8815" y="12751"/>
                    <a:pt x="9405" y="12655"/>
                    <a:pt x="9974" y="12448"/>
                  </a:cubicBezTo>
                  <a:cubicBezTo>
                    <a:pt x="11309" y="11947"/>
                    <a:pt x="12476" y="10813"/>
                    <a:pt x="13944" y="10780"/>
                  </a:cubicBezTo>
                  <a:cubicBezTo>
                    <a:pt x="13960" y="10779"/>
                    <a:pt x="13977" y="10779"/>
                    <a:pt x="13993" y="10779"/>
                  </a:cubicBezTo>
                  <a:cubicBezTo>
                    <a:pt x="15871" y="10779"/>
                    <a:pt x="17363" y="12648"/>
                    <a:pt x="19281" y="12648"/>
                  </a:cubicBezTo>
                  <a:cubicBezTo>
                    <a:pt x="19306" y="12648"/>
                    <a:pt x="19331" y="12649"/>
                    <a:pt x="19357" y="12649"/>
                  </a:cubicBezTo>
                  <a:cubicBezTo>
                    <a:pt x="20432" y="12649"/>
                    <a:pt x="21499" y="11960"/>
                    <a:pt x="22183" y="11080"/>
                  </a:cubicBezTo>
                  <a:cubicBezTo>
                    <a:pt x="22883" y="10146"/>
                    <a:pt x="23217" y="9012"/>
                    <a:pt x="23517" y="7944"/>
                  </a:cubicBezTo>
                  <a:cubicBezTo>
                    <a:pt x="23984" y="6010"/>
                    <a:pt x="24151" y="3775"/>
                    <a:pt x="22850" y="2274"/>
                  </a:cubicBezTo>
                  <a:cubicBezTo>
                    <a:pt x="21816" y="1006"/>
                    <a:pt x="20148" y="606"/>
                    <a:pt x="18547" y="339"/>
                  </a:cubicBezTo>
                  <a:cubicBezTo>
                    <a:pt x="17018" y="111"/>
                    <a:pt x="15469" y="0"/>
                    <a:pt x="13918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" name="Google Shape;275;p32"/>
            <p:cNvSpPr/>
            <p:nvPr/>
          </p:nvSpPr>
          <p:spPr>
            <a:xfrm>
              <a:off x="6778440" y="3321720"/>
              <a:ext cx="1020600" cy="901800"/>
            </a:xfrm>
            <a:custGeom>
              <a:avLst/>
              <a:gdLst>
                <a:gd name="textAreaLeft" fmla="*/ 0 w 1020600"/>
                <a:gd name="textAreaRight" fmla="*/ 1020960 w 1020600"/>
                <a:gd name="textAreaTop" fmla="*/ 0 h 901800"/>
                <a:gd name="textAreaBottom" fmla="*/ 902160 h 901800"/>
              </a:gdLst>
              <a:ahLst/>
              <a:cxnLst/>
              <a:rect l="textAreaLeft" t="textAreaTop" r="textAreaRight" b="textAreaBottom"/>
              <a:pathLst>
                <a:path w="36960" h="32658">
                  <a:moveTo>
                    <a:pt x="9840" y="1"/>
                  </a:moveTo>
                  <a:cubicBezTo>
                    <a:pt x="9840" y="1"/>
                    <a:pt x="2068" y="9441"/>
                    <a:pt x="1001" y="12777"/>
                  </a:cubicBezTo>
                  <a:cubicBezTo>
                    <a:pt x="0" y="15845"/>
                    <a:pt x="234" y="19181"/>
                    <a:pt x="1068" y="22317"/>
                  </a:cubicBezTo>
                  <a:cubicBezTo>
                    <a:pt x="1901" y="25452"/>
                    <a:pt x="3436" y="29722"/>
                    <a:pt x="4870" y="32658"/>
                  </a:cubicBezTo>
                  <a:lnTo>
                    <a:pt x="33791" y="32658"/>
                  </a:lnTo>
                  <a:lnTo>
                    <a:pt x="36960" y="20382"/>
                  </a:lnTo>
                  <a:lnTo>
                    <a:pt x="28687" y="1"/>
                  </a:lnTo>
                  <a:lnTo>
                    <a:pt x="13610" y="15345"/>
                  </a:lnTo>
                  <a:lnTo>
                    <a:pt x="9840" y="1"/>
                  </a:lnTo>
                  <a:close/>
                </a:path>
              </a:pathLst>
            </a:custGeom>
            <a:solidFill>
              <a:srgbClr val="A6AB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" name="Google Shape;276;p32"/>
            <p:cNvSpPr/>
            <p:nvPr/>
          </p:nvSpPr>
          <p:spPr>
            <a:xfrm>
              <a:off x="6778440" y="3321720"/>
              <a:ext cx="1020600" cy="901800"/>
            </a:xfrm>
            <a:custGeom>
              <a:avLst/>
              <a:gdLst>
                <a:gd name="textAreaLeft" fmla="*/ 0 w 1020600"/>
                <a:gd name="textAreaRight" fmla="*/ 1020960 w 1020600"/>
                <a:gd name="textAreaTop" fmla="*/ 0 h 901800"/>
                <a:gd name="textAreaBottom" fmla="*/ 902160 h 901800"/>
              </a:gdLst>
              <a:ahLst/>
              <a:cxnLst/>
              <a:rect l="textAreaLeft" t="textAreaTop" r="textAreaRight" b="textAreaBottom"/>
              <a:pathLst>
                <a:path w="36960" h="32658">
                  <a:moveTo>
                    <a:pt x="9840" y="1"/>
                  </a:moveTo>
                  <a:cubicBezTo>
                    <a:pt x="9840" y="1"/>
                    <a:pt x="2068" y="9441"/>
                    <a:pt x="1001" y="12777"/>
                  </a:cubicBezTo>
                  <a:cubicBezTo>
                    <a:pt x="0" y="15845"/>
                    <a:pt x="234" y="19181"/>
                    <a:pt x="1068" y="22317"/>
                  </a:cubicBezTo>
                  <a:cubicBezTo>
                    <a:pt x="1901" y="25452"/>
                    <a:pt x="3436" y="29722"/>
                    <a:pt x="4870" y="32658"/>
                  </a:cubicBezTo>
                  <a:lnTo>
                    <a:pt x="33791" y="32658"/>
                  </a:lnTo>
                  <a:lnTo>
                    <a:pt x="36960" y="20382"/>
                  </a:lnTo>
                  <a:lnTo>
                    <a:pt x="28687" y="1"/>
                  </a:lnTo>
                  <a:lnTo>
                    <a:pt x="13610" y="15345"/>
                  </a:lnTo>
                  <a:lnTo>
                    <a:pt x="9840" y="1"/>
                  </a:lnTo>
                  <a:close/>
                </a:path>
              </a:pathLst>
            </a:custGeom>
            <a:solidFill>
              <a:srgbClr val="A6AB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" name="Google Shape;277;p32"/>
            <p:cNvSpPr/>
            <p:nvPr/>
          </p:nvSpPr>
          <p:spPr>
            <a:xfrm>
              <a:off x="6792120" y="3859200"/>
              <a:ext cx="1006920" cy="364680"/>
            </a:xfrm>
            <a:custGeom>
              <a:avLst/>
              <a:gdLst>
                <a:gd name="textAreaLeft" fmla="*/ 0 w 1006920"/>
                <a:gd name="textAreaRight" fmla="*/ 1007280 w 1006920"/>
                <a:gd name="textAreaTop" fmla="*/ 0 h 364680"/>
                <a:gd name="textAreaBottom" fmla="*/ 365040 h 364680"/>
              </a:gdLst>
              <a:ahLst/>
              <a:cxnLst/>
              <a:rect l="textAreaLeft" t="textAreaTop" r="textAreaRight" b="textAreaBottom"/>
              <a:pathLst>
                <a:path w="36460" h="13210">
                  <a:moveTo>
                    <a:pt x="0" y="0"/>
                  </a:moveTo>
                  <a:lnTo>
                    <a:pt x="0" y="0"/>
                  </a:lnTo>
                  <a:cubicBezTo>
                    <a:pt x="167" y="967"/>
                    <a:pt x="334" y="1901"/>
                    <a:pt x="568" y="2869"/>
                  </a:cubicBezTo>
                  <a:cubicBezTo>
                    <a:pt x="1401" y="6004"/>
                    <a:pt x="2936" y="10307"/>
                    <a:pt x="4370" y="13210"/>
                  </a:cubicBezTo>
                  <a:lnTo>
                    <a:pt x="33291" y="13210"/>
                  </a:lnTo>
                  <a:lnTo>
                    <a:pt x="36460" y="967"/>
                  </a:lnTo>
                  <a:lnTo>
                    <a:pt x="36426" y="834"/>
                  </a:lnTo>
                  <a:cubicBezTo>
                    <a:pt x="29922" y="3136"/>
                    <a:pt x="19614" y="3970"/>
                    <a:pt x="13110" y="4570"/>
                  </a:cubicBezTo>
                  <a:cubicBezTo>
                    <a:pt x="12726" y="4607"/>
                    <a:pt x="12342" y="4625"/>
                    <a:pt x="11959" y="4625"/>
                  </a:cubicBezTo>
                  <a:cubicBezTo>
                    <a:pt x="7194" y="4625"/>
                    <a:pt x="2625" y="1884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" name="Google Shape;278;p32"/>
            <p:cNvSpPr/>
            <p:nvPr/>
          </p:nvSpPr>
          <p:spPr>
            <a:xfrm>
              <a:off x="6927480" y="2471760"/>
              <a:ext cx="666720" cy="353160"/>
            </a:xfrm>
            <a:custGeom>
              <a:avLst/>
              <a:gdLst>
                <a:gd name="textAreaLeft" fmla="*/ 0 w 666720"/>
                <a:gd name="textAreaRight" fmla="*/ 667080 w 666720"/>
                <a:gd name="textAreaTop" fmla="*/ 0 h 353160"/>
                <a:gd name="textAreaBottom" fmla="*/ 353520 h 353160"/>
              </a:gdLst>
              <a:ahLst/>
              <a:cxnLst/>
              <a:rect l="textAreaLeft" t="textAreaTop" r="textAreaRight" b="textAreaBottom"/>
              <a:pathLst>
                <a:path w="24152" h="12794">
                  <a:moveTo>
                    <a:pt x="13946" y="1"/>
                  </a:moveTo>
                  <a:cubicBezTo>
                    <a:pt x="9129" y="1"/>
                    <a:pt x="4297" y="1104"/>
                    <a:pt x="1" y="3050"/>
                  </a:cubicBezTo>
                  <a:cubicBezTo>
                    <a:pt x="601" y="5585"/>
                    <a:pt x="1335" y="8187"/>
                    <a:pt x="3003" y="10188"/>
                  </a:cubicBezTo>
                  <a:cubicBezTo>
                    <a:pt x="4286" y="11728"/>
                    <a:pt x="6260" y="12794"/>
                    <a:pt x="8226" y="12794"/>
                  </a:cubicBezTo>
                  <a:cubicBezTo>
                    <a:pt x="8816" y="12794"/>
                    <a:pt x="9405" y="12698"/>
                    <a:pt x="9975" y="12490"/>
                  </a:cubicBezTo>
                  <a:cubicBezTo>
                    <a:pt x="11309" y="11990"/>
                    <a:pt x="12477" y="10856"/>
                    <a:pt x="13911" y="10822"/>
                  </a:cubicBezTo>
                  <a:cubicBezTo>
                    <a:pt x="13944" y="10821"/>
                    <a:pt x="13976" y="10821"/>
                    <a:pt x="14009" y="10821"/>
                  </a:cubicBezTo>
                  <a:cubicBezTo>
                    <a:pt x="15897" y="10821"/>
                    <a:pt x="17379" y="12690"/>
                    <a:pt x="19281" y="12690"/>
                  </a:cubicBezTo>
                  <a:cubicBezTo>
                    <a:pt x="19307" y="12691"/>
                    <a:pt x="19332" y="12691"/>
                    <a:pt x="19357" y="12691"/>
                  </a:cubicBezTo>
                  <a:cubicBezTo>
                    <a:pt x="20432" y="12691"/>
                    <a:pt x="21499" y="12002"/>
                    <a:pt x="22183" y="11089"/>
                  </a:cubicBezTo>
                  <a:cubicBezTo>
                    <a:pt x="22884" y="10188"/>
                    <a:pt x="23218" y="9054"/>
                    <a:pt x="23518" y="7920"/>
                  </a:cubicBezTo>
                  <a:cubicBezTo>
                    <a:pt x="23985" y="6019"/>
                    <a:pt x="24152" y="3750"/>
                    <a:pt x="22851" y="2249"/>
                  </a:cubicBezTo>
                  <a:cubicBezTo>
                    <a:pt x="21817" y="1015"/>
                    <a:pt x="20149" y="582"/>
                    <a:pt x="18548" y="348"/>
                  </a:cubicBezTo>
                  <a:cubicBezTo>
                    <a:pt x="17027" y="114"/>
                    <a:pt x="15488" y="1"/>
                    <a:pt x="13946" y="1"/>
                  </a:cubicBezTo>
                  <a:close/>
                </a:path>
              </a:pathLst>
            </a:custGeom>
            <a:solidFill>
              <a:srgbClr val="A6AB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" name="Google Shape;279;p32"/>
            <p:cNvSpPr/>
            <p:nvPr/>
          </p:nvSpPr>
          <p:spPr>
            <a:xfrm>
              <a:off x="7121160" y="2472480"/>
              <a:ext cx="327600" cy="353160"/>
            </a:xfrm>
            <a:custGeom>
              <a:avLst/>
              <a:gdLst>
                <a:gd name="textAreaLeft" fmla="*/ 0 w 327600"/>
                <a:gd name="textAreaRight" fmla="*/ 327960 w 327600"/>
                <a:gd name="textAreaTop" fmla="*/ 0 h 353160"/>
                <a:gd name="textAreaBottom" fmla="*/ 353520 h 353160"/>
              </a:gdLst>
              <a:ahLst/>
              <a:cxnLst/>
              <a:rect l="textAreaLeft" t="textAreaTop" r="textAreaRight" b="textAreaBottom"/>
              <a:pathLst>
                <a:path w="11877" h="12799">
                  <a:moveTo>
                    <a:pt x="6939" y="1"/>
                  </a:moveTo>
                  <a:cubicBezTo>
                    <a:pt x="5457" y="1"/>
                    <a:pt x="3976" y="109"/>
                    <a:pt x="2503" y="322"/>
                  </a:cubicBezTo>
                  <a:lnTo>
                    <a:pt x="1" y="12664"/>
                  </a:lnTo>
                  <a:cubicBezTo>
                    <a:pt x="426" y="12749"/>
                    <a:pt x="851" y="12798"/>
                    <a:pt x="1274" y="12798"/>
                  </a:cubicBezTo>
                  <a:cubicBezTo>
                    <a:pt x="1846" y="12798"/>
                    <a:pt x="2413" y="12708"/>
                    <a:pt x="2970" y="12497"/>
                  </a:cubicBezTo>
                  <a:cubicBezTo>
                    <a:pt x="4304" y="11997"/>
                    <a:pt x="5472" y="10863"/>
                    <a:pt x="6906" y="10830"/>
                  </a:cubicBezTo>
                  <a:cubicBezTo>
                    <a:pt x="7473" y="10830"/>
                    <a:pt x="8007" y="10963"/>
                    <a:pt x="8507" y="11196"/>
                  </a:cubicBezTo>
                  <a:lnTo>
                    <a:pt x="11876" y="389"/>
                  </a:lnTo>
                  <a:cubicBezTo>
                    <a:pt x="11776" y="389"/>
                    <a:pt x="11643" y="355"/>
                    <a:pt x="11543" y="355"/>
                  </a:cubicBezTo>
                  <a:cubicBezTo>
                    <a:pt x="10014" y="118"/>
                    <a:pt x="8476" y="1"/>
                    <a:pt x="6939" y="1"/>
                  </a:cubicBezTo>
                  <a:close/>
                </a:path>
              </a:pathLst>
            </a:custGeom>
            <a:solidFill>
              <a:srgbClr val="FFFFFF">
                <a:alpha val="3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" name="Google Shape;280;p32"/>
            <p:cNvSpPr/>
            <p:nvPr/>
          </p:nvSpPr>
          <p:spPr>
            <a:xfrm>
              <a:off x="7129440" y="2276280"/>
              <a:ext cx="228240" cy="35748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0 h 357480"/>
                <a:gd name="textAreaBottom" fmla="*/ 357840 h 357480"/>
              </a:gdLst>
              <a:ahLst/>
              <a:cxnLst/>
              <a:rect l="textAreaLeft" t="textAreaTop" r="textAreaRight" b="textAreaBottom"/>
              <a:pathLst>
                <a:path w="8273" h="12958">
                  <a:moveTo>
                    <a:pt x="2153" y="0"/>
                  </a:moveTo>
                  <a:cubicBezTo>
                    <a:pt x="1608" y="0"/>
                    <a:pt x="1191" y="267"/>
                    <a:pt x="1535" y="782"/>
                  </a:cubicBezTo>
                  <a:cubicBezTo>
                    <a:pt x="67" y="3184"/>
                    <a:pt x="0" y="6386"/>
                    <a:pt x="1368" y="8821"/>
                  </a:cubicBezTo>
                  <a:cubicBezTo>
                    <a:pt x="2735" y="11289"/>
                    <a:pt x="5504" y="12924"/>
                    <a:pt x="8273" y="12957"/>
                  </a:cubicBezTo>
                  <a:cubicBezTo>
                    <a:pt x="6004" y="11289"/>
                    <a:pt x="4537" y="8487"/>
                    <a:pt x="4470" y="5619"/>
                  </a:cubicBezTo>
                  <a:cubicBezTo>
                    <a:pt x="4403" y="4651"/>
                    <a:pt x="4537" y="3651"/>
                    <a:pt x="4470" y="2683"/>
                  </a:cubicBezTo>
                  <a:cubicBezTo>
                    <a:pt x="4337" y="1749"/>
                    <a:pt x="3903" y="749"/>
                    <a:pt x="3069" y="248"/>
                  </a:cubicBezTo>
                  <a:cubicBezTo>
                    <a:pt x="2796" y="82"/>
                    <a:pt x="2454" y="0"/>
                    <a:pt x="2153" y="0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" name="Google Shape;281;p32"/>
            <p:cNvSpPr/>
            <p:nvPr/>
          </p:nvSpPr>
          <p:spPr>
            <a:xfrm>
              <a:off x="7221600" y="2306160"/>
              <a:ext cx="300240" cy="320400"/>
            </a:xfrm>
            <a:custGeom>
              <a:avLst/>
              <a:gdLst>
                <a:gd name="textAreaLeft" fmla="*/ 0 w 300240"/>
                <a:gd name="textAreaRight" fmla="*/ 300600 w 300240"/>
                <a:gd name="textAreaTop" fmla="*/ 0 h 320400"/>
                <a:gd name="textAreaBottom" fmla="*/ 320760 h 320400"/>
              </a:gdLst>
              <a:ahLst/>
              <a:cxnLst/>
              <a:rect l="textAreaLeft" t="textAreaTop" r="textAreaRight" b="textAreaBottom"/>
              <a:pathLst>
                <a:path w="10876" h="11614">
                  <a:moveTo>
                    <a:pt x="227" y="1"/>
                  </a:moveTo>
                  <a:cubicBezTo>
                    <a:pt x="108" y="1"/>
                    <a:pt x="29" y="44"/>
                    <a:pt x="1" y="139"/>
                  </a:cubicBezTo>
                  <a:cubicBezTo>
                    <a:pt x="635" y="2874"/>
                    <a:pt x="1335" y="5676"/>
                    <a:pt x="3070" y="7944"/>
                  </a:cubicBezTo>
                  <a:cubicBezTo>
                    <a:pt x="4654" y="10006"/>
                    <a:pt x="7229" y="11614"/>
                    <a:pt x="9931" y="11614"/>
                  </a:cubicBezTo>
                  <a:cubicBezTo>
                    <a:pt x="10244" y="11614"/>
                    <a:pt x="10560" y="11592"/>
                    <a:pt x="10875" y="11547"/>
                  </a:cubicBezTo>
                  <a:cubicBezTo>
                    <a:pt x="8874" y="10913"/>
                    <a:pt x="7440" y="9245"/>
                    <a:pt x="6439" y="7544"/>
                  </a:cubicBezTo>
                  <a:cubicBezTo>
                    <a:pt x="5438" y="5843"/>
                    <a:pt x="4738" y="3941"/>
                    <a:pt x="3503" y="2374"/>
                  </a:cubicBezTo>
                  <a:cubicBezTo>
                    <a:pt x="2419" y="1094"/>
                    <a:pt x="824" y="1"/>
                    <a:pt x="227" y="1"/>
                  </a:cubicBez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" name="Google Shape;282;p32"/>
            <p:cNvSpPr/>
            <p:nvPr/>
          </p:nvSpPr>
          <p:spPr>
            <a:xfrm>
              <a:off x="7279560" y="3807360"/>
              <a:ext cx="692640" cy="804240"/>
            </a:xfrm>
            <a:custGeom>
              <a:avLst/>
              <a:gdLst>
                <a:gd name="textAreaLeft" fmla="*/ 0 w 692640"/>
                <a:gd name="textAreaRight" fmla="*/ 693000 w 692640"/>
                <a:gd name="textAreaTop" fmla="*/ 0 h 804240"/>
                <a:gd name="textAreaBottom" fmla="*/ 804600 h 804240"/>
              </a:gdLst>
              <a:ahLst/>
              <a:cxnLst/>
              <a:rect l="textAreaLeft" t="textAreaTop" r="textAreaRight" b="textAreaBottom"/>
              <a:pathLst>
                <a:path w="25085" h="29121">
                  <a:moveTo>
                    <a:pt x="12576" y="0"/>
                  </a:moveTo>
                  <a:lnTo>
                    <a:pt x="12576" y="33"/>
                  </a:lnTo>
                  <a:lnTo>
                    <a:pt x="12576" y="9840"/>
                  </a:lnTo>
                  <a:lnTo>
                    <a:pt x="0" y="23217"/>
                  </a:lnTo>
                  <a:lnTo>
                    <a:pt x="7005" y="29121"/>
                  </a:lnTo>
                  <a:lnTo>
                    <a:pt x="21082" y="16612"/>
                  </a:lnTo>
                  <a:cubicBezTo>
                    <a:pt x="23617" y="14344"/>
                    <a:pt x="25085" y="11075"/>
                    <a:pt x="25085" y="7672"/>
                  </a:cubicBezTo>
                  <a:lnTo>
                    <a:pt x="25085" y="0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283;p32"/>
            <p:cNvSpPr/>
            <p:nvPr/>
          </p:nvSpPr>
          <p:spPr>
            <a:xfrm>
              <a:off x="7626960" y="3850560"/>
              <a:ext cx="345240" cy="169200"/>
            </a:xfrm>
            <a:custGeom>
              <a:avLst/>
              <a:gdLst>
                <a:gd name="textAreaLeft" fmla="*/ 0 w 345240"/>
                <a:gd name="textAreaRight" fmla="*/ 345600 w 34524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12509" h="6139">
                  <a:moveTo>
                    <a:pt x="0" y="1"/>
                  </a:moveTo>
                  <a:lnTo>
                    <a:pt x="0" y="6139"/>
                  </a:lnTo>
                  <a:lnTo>
                    <a:pt x="12509" y="5371"/>
                  </a:lnTo>
                  <a:lnTo>
                    <a:pt x="12509" y="1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4600" bIns="84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284;p32"/>
            <p:cNvSpPr/>
            <p:nvPr/>
          </p:nvSpPr>
          <p:spPr>
            <a:xfrm>
              <a:off x="7511040" y="3321720"/>
              <a:ext cx="549000" cy="646560"/>
            </a:xfrm>
            <a:custGeom>
              <a:avLst/>
              <a:gdLst>
                <a:gd name="textAreaLeft" fmla="*/ 0 w 549000"/>
                <a:gd name="textAreaRight" fmla="*/ 549360 w 549000"/>
                <a:gd name="textAreaTop" fmla="*/ 0 h 646560"/>
                <a:gd name="textAreaBottom" fmla="*/ 646920 h 646560"/>
              </a:gdLst>
              <a:ahLst/>
              <a:cxnLst/>
              <a:rect l="textAreaLeft" t="textAreaTop" r="textAreaRight" b="textAreaBottom"/>
              <a:pathLst>
                <a:path w="19881" h="23418">
                  <a:moveTo>
                    <a:pt x="2168" y="1"/>
                  </a:moveTo>
                  <a:lnTo>
                    <a:pt x="0" y="23418"/>
                  </a:lnTo>
                  <a:lnTo>
                    <a:pt x="19881" y="22183"/>
                  </a:lnTo>
                  <a:lnTo>
                    <a:pt x="13176" y="4437"/>
                  </a:lnTo>
                  <a:cubicBezTo>
                    <a:pt x="11942" y="1735"/>
                    <a:pt x="9273" y="1"/>
                    <a:pt x="6338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285;p32"/>
            <p:cNvSpPr/>
            <p:nvPr/>
          </p:nvSpPr>
          <p:spPr>
            <a:xfrm>
              <a:off x="7511040" y="3321720"/>
              <a:ext cx="312840" cy="646560"/>
            </a:xfrm>
            <a:custGeom>
              <a:avLst/>
              <a:gdLst>
                <a:gd name="textAreaLeft" fmla="*/ 0 w 312840"/>
                <a:gd name="textAreaRight" fmla="*/ 313200 w 312840"/>
                <a:gd name="textAreaTop" fmla="*/ 0 h 646560"/>
                <a:gd name="textAreaBottom" fmla="*/ 646920 h 646560"/>
              </a:gdLst>
              <a:ahLst/>
              <a:cxnLst/>
              <a:rect l="textAreaLeft" t="textAreaTop" r="textAreaRight" b="textAreaBottom"/>
              <a:pathLst>
                <a:path w="11342" h="23418">
                  <a:moveTo>
                    <a:pt x="2168" y="1"/>
                  </a:moveTo>
                  <a:lnTo>
                    <a:pt x="0" y="23418"/>
                  </a:lnTo>
                  <a:lnTo>
                    <a:pt x="0" y="23418"/>
                  </a:lnTo>
                  <a:lnTo>
                    <a:pt x="11341" y="22684"/>
                  </a:lnTo>
                  <a:lnTo>
                    <a:pt x="3402" y="1"/>
                  </a:lnTo>
                  <a:close/>
                </a:path>
              </a:pathLst>
            </a:custGeom>
            <a:solidFill>
              <a:srgbClr val="3F3FD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286;p32"/>
            <p:cNvSpPr/>
            <p:nvPr/>
          </p:nvSpPr>
          <p:spPr>
            <a:xfrm>
              <a:off x="7140600" y="3733560"/>
              <a:ext cx="25560" cy="488160"/>
            </a:xfrm>
            <a:custGeom>
              <a:avLst/>
              <a:gdLst>
                <a:gd name="textAreaLeft" fmla="*/ 0 w 25560"/>
                <a:gd name="textAreaRight" fmla="*/ 25920 w 25560"/>
                <a:gd name="textAreaTop" fmla="*/ 0 h 488160"/>
                <a:gd name="textAreaBottom" fmla="*/ 488520 h 488160"/>
              </a:gdLst>
              <a:ahLst/>
              <a:cxnLst/>
              <a:rect l="textAreaLeft" t="textAreaTop" r="textAreaRight" b="textAreaBottom"/>
              <a:pathLst>
                <a:path w="935" h="17680">
                  <a:moveTo>
                    <a:pt x="434" y="0"/>
                  </a:moveTo>
                  <a:cubicBezTo>
                    <a:pt x="267" y="34"/>
                    <a:pt x="101" y="201"/>
                    <a:pt x="101" y="401"/>
                  </a:cubicBezTo>
                  <a:lnTo>
                    <a:pt x="0" y="17246"/>
                  </a:lnTo>
                  <a:cubicBezTo>
                    <a:pt x="0" y="17513"/>
                    <a:pt x="167" y="17680"/>
                    <a:pt x="434" y="17680"/>
                  </a:cubicBezTo>
                  <a:cubicBezTo>
                    <a:pt x="668" y="17680"/>
                    <a:pt x="834" y="17513"/>
                    <a:pt x="834" y="17246"/>
                  </a:cubicBezTo>
                  <a:lnTo>
                    <a:pt x="934" y="401"/>
                  </a:lnTo>
                  <a:cubicBezTo>
                    <a:pt x="934" y="267"/>
                    <a:pt x="901" y="201"/>
                    <a:pt x="801" y="101"/>
                  </a:cubicBezTo>
                  <a:lnTo>
                    <a:pt x="501" y="401"/>
                  </a:lnTo>
                  <a:lnTo>
                    <a:pt x="434" y="0"/>
                  </a:lnTo>
                  <a:close/>
                </a:path>
              </a:pathLst>
            </a:custGeom>
            <a:solidFill>
              <a:srgbClr val="7789F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287;p32"/>
            <p:cNvSpPr/>
            <p:nvPr/>
          </p:nvSpPr>
          <p:spPr>
            <a:xfrm>
              <a:off x="6736680" y="2652120"/>
              <a:ext cx="222480" cy="236160"/>
            </a:xfrm>
            <a:custGeom>
              <a:avLst/>
              <a:gdLst>
                <a:gd name="textAreaLeft" fmla="*/ 0 w 222480"/>
                <a:gd name="textAreaRight" fmla="*/ 222840 w 222480"/>
                <a:gd name="textAreaTop" fmla="*/ 0 h 236160"/>
                <a:gd name="textAreaBottom" fmla="*/ 236520 h 236160"/>
              </a:gdLst>
              <a:ahLst/>
              <a:cxnLst/>
              <a:rect l="textAreaLeft" t="textAreaTop" r="textAreaRight" b="textAreaBottom"/>
              <a:pathLst>
                <a:path w="8073" h="8563">
                  <a:moveTo>
                    <a:pt x="3830" y="0"/>
                  </a:moveTo>
                  <a:cubicBezTo>
                    <a:pt x="2380" y="0"/>
                    <a:pt x="1150" y="1024"/>
                    <a:pt x="701" y="2157"/>
                  </a:cubicBezTo>
                  <a:cubicBezTo>
                    <a:pt x="0" y="3859"/>
                    <a:pt x="600" y="5960"/>
                    <a:pt x="2035" y="7294"/>
                  </a:cubicBezTo>
                  <a:cubicBezTo>
                    <a:pt x="3308" y="8507"/>
                    <a:pt x="5078" y="8562"/>
                    <a:pt x="6968" y="8562"/>
                  </a:cubicBezTo>
                  <a:cubicBezTo>
                    <a:pt x="7157" y="8562"/>
                    <a:pt x="7348" y="8562"/>
                    <a:pt x="7539" y="8562"/>
                  </a:cubicBezTo>
                  <a:cubicBezTo>
                    <a:pt x="7672" y="5293"/>
                    <a:pt x="8072" y="4159"/>
                    <a:pt x="6371" y="1123"/>
                  </a:cubicBezTo>
                  <a:cubicBezTo>
                    <a:pt x="5521" y="321"/>
                    <a:pt x="4641" y="0"/>
                    <a:pt x="3830" y="0"/>
                  </a:cubicBez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" name="Google Shape;288;p32"/>
            <p:cNvSpPr/>
            <p:nvPr/>
          </p:nvSpPr>
          <p:spPr>
            <a:xfrm>
              <a:off x="7273080" y="4055400"/>
              <a:ext cx="389520" cy="407880"/>
            </a:xfrm>
            <a:custGeom>
              <a:avLst/>
              <a:gdLst>
                <a:gd name="textAreaLeft" fmla="*/ 0 w 389520"/>
                <a:gd name="textAreaRight" fmla="*/ 389880 w 389520"/>
                <a:gd name="textAreaTop" fmla="*/ 0 h 407880"/>
                <a:gd name="textAreaBottom" fmla="*/ 408240 h 407880"/>
              </a:gdLst>
              <a:ahLst/>
              <a:cxnLst/>
              <a:rect l="textAreaLeft" t="textAreaTop" r="textAreaRight" b="textAreaBottom"/>
              <a:pathLst>
                <a:path w="14111" h="14778">
                  <a:moveTo>
                    <a:pt x="13761" y="0"/>
                  </a:moveTo>
                  <a:cubicBezTo>
                    <a:pt x="13686" y="0"/>
                    <a:pt x="13611" y="34"/>
                    <a:pt x="13544" y="100"/>
                  </a:cubicBezTo>
                  <a:lnTo>
                    <a:pt x="134" y="14277"/>
                  </a:lnTo>
                  <a:cubicBezTo>
                    <a:pt x="1" y="14410"/>
                    <a:pt x="1" y="14577"/>
                    <a:pt x="134" y="14677"/>
                  </a:cubicBezTo>
                  <a:cubicBezTo>
                    <a:pt x="201" y="14744"/>
                    <a:pt x="268" y="14777"/>
                    <a:pt x="334" y="14777"/>
                  </a:cubicBezTo>
                  <a:cubicBezTo>
                    <a:pt x="435" y="14777"/>
                    <a:pt x="501" y="14744"/>
                    <a:pt x="535" y="14677"/>
                  </a:cubicBezTo>
                  <a:lnTo>
                    <a:pt x="13978" y="501"/>
                  </a:lnTo>
                  <a:cubicBezTo>
                    <a:pt x="14111" y="400"/>
                    <a:pt x="14111" y="234"/>
                    <a:pt x="13978" y="100"/>
                  </a:cubicBezTo>
                  <a:cubicBezTo>
                    <a:pt x="13911" y="34"/>
                    <a:pt x="13836" y="0"/>
                    <a:pt x="13761" y="0"/>
                  </a:cubicBez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" name="Google Shape;289;p32"/>
            <p:cNvSpPr/>
            <p:nvPr/>
          </p:nvSpPr>
          <p:spPr>
            <a:xfrm>
              <a:off x="6785640" y="2694240"/>
              <a:ext cx="95400" cy="151560"/>
            </a:xfrm>
            <a:custGeom>
              <a:avLst/>
              <a:gdLst>
                <a:gd name="textAreaLeft" fmla="*/ 0 w 95400"/>
                <a:gd name="textAreaRight" fmla="*/ 95760 w 95400"/>
                <a:gd name="textAreaTop" fmla="*/ 0 h 151560"/>
                <a:gd name="textAreaBottom" fmla="*/ 151920 h 151560"/>
              </a:gdLst>
              <a:ahLst/>
              <a:cxnLst/>
              <a:rect l="textAreaLeft" t="textAreaTop" r="textAreaRight" b="textAreaBottom"/>
              <a:pathLst>
                <a:path w="3471" h="5505">
                  <a:moveTo>
                    <a:pt x="468" y="1"/>
                  </a:moveTo>
                  <a:cubicBezTo>
                    <a:pt x="301" y="1"/>
                    <a:pt x="168" y="101"/>
                    <a:pt x="134" y="267"/>
                  </a:cubicBezTo>
                  <a:cubicBezTo>
                    <a:pt x="134" y="301"/>
                    <a:pt x="1" y="1135"/>
                    <a:pt x="301" y="2169"/>
                  </a:cubicBezTo>
                  <a:cubicBezTo>
                    <a:pt x="601" y="3169"/>
                    <a:pt x="1269" y="4537"/>
                    <a:pt x="3003" y="5471"/>
                  </a:cubicBezTo>
                  <a:cubicBezTo>
                    <a:pt x="3070" y="5504"/>
                    <a:pt x="3103" y="5504"/>
                    <a:pt x="3137" y="5504"/>
                  </a:cubicBezTo>
                  <a:cubicBezTo>
                    <a:pt x="3237" y="5504"/>
                    <a:pt x="3337" y="5471"/>
                    <a:pt x="3403" y="5304"/>
                  </a:cubicBezTo>
                  <a:cubicBezTo>
                    <a:pt x="3470" y="5171"/>
                    <a:pt x="3403" y="5004"/>
                    <a:pt x="3270" y="4904"/>
                  </a:cubicBezTo>
                  <a:cubicBezTo>
                    <a:pt x="635" y="3503"/>
                    <a:pt x="635" y="34"/>
                    <a:pt x="468" y="1"/>
                  </a:cubicBez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960" bIns="75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" name="Google Shape;290;p32"/>
            <p:cNvSpPr/>
            <p:nvPr/>
          </p:nvSpPr>
          <p:spPr>
            <a:xfrm>
              <a:off x="6559920" y="2283480"/>
              <a:ext cx="551520" cy="934560"/>
            </a:xfrm>
            <a:custGeom>
              <a:avLst/>
              <a:gdLst>
                <a:gd name="textAreaLeft" fmla="*/ 0 w 551520"/>
                <a:gd name="textAreaRight" fmla="*/ 551880 w 551520"/>
                <a:gd name="textAreaTop" fmla="*/ 0 h 934560"/>
                <a:gd name="textAreaBottom" fmla="*/ 934920 h 934560"/>
              </a:gdLst>
              <a:ahLst/>
              <a:cxnLst/>
              <a:rect l="textAreaLeft" t="textAreaTop" r="textAreaRight" b="textAreaBottom"/>
              <a:pathLst>
                <a:path w="19982" h="33849">
                  <a:moveTo>
                    <a:pt x="6839" y="16470"/>
                  </a:moveTo>
                  <a:cubicBezTo>
                    <a:pt x="6805" y="16570"/>
                    <a:pt x="6805" y="16670"/>
                    <a:pt x="6805" y="16803"/>
                  </a:cubicBezTo>
                  <a:cubicBezTo>
                    <a:pt x="5471" y="18705"/>
                    <a:pt x="4404" y="20806"/>
                    <a:pt x="3837" y="23074"/>
                  </a:cubicBezTo>
                  <a:cubicBezTo>
                    <a:pt x="3770" y="23408"/>
                    <a:pt x="3736" y="23708"/>
                    <a:pt x="3670" y="24042"/>
                  </a:cubicBezTo>
                  <a:cubicBezTo>
                    <a:pt x="3436" y="23375"/>
                    <a:pt x="3303" y="22674"/>
                    <a:pt x="3336" y="21974"/>
                  </a:cubicBezTo>
                  <a:cubicBezTo>
                    <a:pt x="3470" y="20139"/>
                    <a:pt x="4470" y="18404"/>
                    <a:pt x="5905" y="17204"/>
                  </a:cubicBezTo>
                  <a:cubicBezTo>
                    <a:pt x="6172" y="16970"/>
                    <a:pt x="6505" y="16703"/>
                    <a:pt x="6839" y="16470"/>
                  </a:cubicBezTo>
                  <a:close/>
                  <a:moveTo>
                    <a:pt x="18955" y="1"/>
                  </a:moveTo>
                  <a:cubicBezTo>
                    <a:pt x="15372" y="1"/>
                    <a:pt x="10577" y="1076"/>
                    <a:pt x="8273" y="3227"/>
                  </a:cubicBezTo>
                  <a:cubicBezTo>
                    <a:pt x="5905" y="5462"/>
                    <a:pt x="5805" y="9164"/>
                    <a:pt x="6739" y="12467"/>
                  </a:cubicBezTo>
                  <a:cubicBezTo>
                    <a:pt x="6005" y="13034"/>
                    <a:pt x="5738" y="14068"/>
                    <a:pt x="6172" y="14969"/>
                  </a:cubicBezTo>
                  <a:lnTo>
                    <a:pt x="6172" y="15002"/>
                  </a:lnTo>
                  <a:cubicBezTo>
                    <a:pt x="6305" y="15235"/>
                    <a:pt x="6505" y="15502"/>
                    <a:pt x="6739" y="15669"/>
                  </a:cubicBezTo>
                  <a:cubicBezTo>
                    <a:pt x="6172" y="15836"/>
                    <a:pt x="5671" y="16036"/>
                    <a:pt x="5137" y="16203"/>
                  </a:cubicBezTo>
                  <a:cubicBezTo>
                    <a:pt x="3269" y="16970"/>
                    <a:pt x="1368" y="18138"/>
                    <a:pt x="634" y="20006"/>
                  </a:cubicBezTo>
                  <a:cubicBezTo>
                    <a:pt x="0" y="21573"/>
                    <a:pt x="267" y="23475"/>
                    <a:pt x="1335" y="24809"/>
                  </a:cubicBezTo>
                  <a:cubicBezTo>
                    <a:pt x="1935" y="25510"/>
                    <a:pt x="2702" y="26043"/>
                    <a:pt x="3603" y="26343"/>
                  </a:cubicBezTo>
                  <a:cubicBezTo>
                    <a:pt x="3703" y="28211"/>
                    <a:pt x="4270" y="30013"/>
                    <a:pt x="5438" y="31480"/>
                  </a:cubicBezTo>
                  <a:cubicBezTo>
                    <a:pt x="6338" y="32581"/>
                    <a:pt x="7606" y="33415"/>
                    <a:pt x="9007" y="33849"/>
                  </a:cubicBezTo>
                  <a:cubicBezTo>
                    <a:pt x="9007" y="33182"/>
                    <a:pt x="9040" y="32481"/>
                    <a:pt x="9107" y="31814"/>
                  </a:cubicBezTo>
                  <a:cubicBezTo>
                    <a:pt x="8640" y="31214"/>
                    <a:pt x="8273" y="30546"/>
                    <a:pt x="8106" y="29879"/>
                  </a:cubicBezTo>
                  <a:cubicBezTo>
                    <a:pt x="7773" y="28745"/>
                    <a:pt x="7706" y="27644"/>
                    <a:pt x="7839" y="26477"/>
                  </a:cubicBezTo>
                  <a:lnTo>
                    <a:pt x="7839" y="26477"/>
                  </a:lnTo>
                  <a:cubicBezTo>
                    <a:pt x="8173" y="27644"/>
                    <a:pt x="8707" y="28712"/>
                    <a:pt x="9441" y="29713"/>
                  </a:cubicBezTo>
                  <a:cubicBezTo>
                    <a:pt x="10008" y="27111"/>
                    <a:pt x="11142" y="24576"/>
                    <a:pt x="13043" y="22174"/>
                  </a:cubicBezTo>
                  <a:cubicBezTo>
                    <a:pt x="18680" y="15202"/>
                    <a:pt x="19981" y="6796"/>
                    <a:pt x="19848" y="25"/>
                  </a:cubicBezTo>
                  <a:cubicBezTo>
                    <a:pt x="19561" y="9"/>
                    <a:pt x="19263" y="1"/>
                    <a:pt x="18955" y="1"/>
                  </a:cubicBezTo>
                  <a:close/>
                </a:path>
              </a:pathLst>
            </a:custGeom>
            <a:solidFill>
              <a:srgbClr val="FFFFFF">
                <a:alpha val="3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" name="Google Shape;291;p32"/>
            <p:cNvSpPr/>
            <p:nvPr/>
          </p:nvSpPr>
          <p:spPr>
            <a:xfrm>
              <a:off x="6148800" y="3344040"/>
              <a:ext cx="911160" cy="1251000"/>
            </a:xfrm>
            <a:custGeom>
              <a:avLst/>
              <a:gdLst>
                <a:gd name="textAreaLeft" fmla="*/ 0 w 911160"/>
                <a:gd name="textAreaRight" fmla="*/ 911520 w 911160"/>
                <a:gd name="textAreaTop" fmla="*/ 0 h 1251000"/>
                <a:gd name="textAreaBottom" fmla="*/ 1251360 h 1251000"/>
              </a:gdLst>
              <a:ahLst/>
              <a:cxnLst/>
              <a:rect l="textAreaLeft" t="textAreaTop" r="textAreaRight" b="textAreaBottom"/>
              <a:pathLst>
                <a:path w="32991" h="45300">
                  <a:moveTo>
                    <a:pt x="24318" y="0"/>
                  </a:moveTo>
                  <a:cubicBezTo>
                    <a:pt x="23384" y="467"/>
                    <a:pt x="22516" y="1101"/>
                    <a:pt x="21849" y="1868"/>
                  </a:cubicBezTo>
                  <a:lnTo>
                    <a:pt x="9707" y="16846"/>
                  </a:lnTo>
                  <a:lnTo>
                    <a:pt x="13710" y="18981"/>
                  </a:lnTo>
                  <a:lnTo>
                    <a:pt x="0" y="37961"/>
                  </a:lnTo>
                  <a:lnTo>
                    <a:pt x="10141" y="45299"/>
                  </a:lnTo>
                  <a:lnTo>
                    <a:pt x="23183" y="27187"/>
                  </a:lnTo>
                  <a:lnTo>
                    <a:pt x="24818" y="24952"/>
                  </a:lnTo>
                  <a:lnTo>
                    <a:pt x="24951" y="25018"/>
                  </a:lnTo>
                  <a:cubicBezTo>
                    <a:pt x="25618" y="27020"/>
                    <a:pt x="26386" y="29121"/>
                    <a:pt x="27186" y="30856"/>
                  </a:cubicBezTo>
                  <a:lnTo>
                    <a:pt x="32957" y="17513"/>
                  </a:lnTo>
                  <a:cubicBezTo>
                    <a:pt x="32990" y="17513"/>
                    <a:pt x="26152" y="9507"/>
                    <a:pt x="24318" y="0"/>
                  </a:cubicBezTo>
                  <a:close/>
                </a:path>
              </a:pathLst>
            </a:custGeom>
            <a:solidFill>
              <a:srgbClr val="FFFFFF">
                <a:alpha val="3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" name="Google Shape;292;p32"/>
            <p:cNvSpPr/>
            <p:nvPr/>
          </p:nvSpPr>
          <p:spPr>
            <a:xfrm>
              <a:off x="6204960" y="4708800"/>
              <a:ext cx="810720" cy="130680"/>
            </a:xfrm>
            <a:custGeom>
              <a:avLst/>
              <a:gdLst>
                <a:gd name="textAreaLeft" fmla="*/ 0 w 810720"/>
                <a:gd name="textAreaRight" fmla="*/ 811080 w 810720"/>
                <a:gd name="textAreaTop" fmla="*/ 0 h 130680"/>
                <a:gd name="textAreaBottom" fmla="*/ 131040 h 130680"/>
              </a:gdLst>
              <a:ahLst/>
              <a:cxnLst/>
              <a:rect l="textAreaLeft" t="textAreaTop" r="textAreaRight" b="textAreaBottom"/>
              <a:pathLst>
                <a:path w="29356" h="4738">
                  <a:moveTo>
                    <a:pt x="1" y="0"/>
                  </a:moveTo>
                  <a:lnTo>
                    <a:pt x="1" y="4737"/>
                  </a:lnTo>
                  <a:lnTo>
                    <a:pt x="27020" y="4737"/>
                  </a:lnTo>
                  <a:cubicBezTo>
                    <a:pt x="28321" y="4737"/>
                    <a:pt x="29355" y="3670"/>
                    <a:pt x="29355" y="2335"/>
                  </a:cubicBezTo>
                  <a:cubicBezTo>
                    <a:pt x="29355" y="1068"/>
                    <a:pt x="28321" y="0"/>
                    <a:pt x="27020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5520" bIns="65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" name="Google Shape;293;p32"/>
            <p:cNvSpPr/>
            <p:nvPr/>
          </p:nvSpPr>
          <p:spPr>
            <a:xfrm>
              <a:off x="5432760" y="4016520"/>
              <a:ext cx="1155960" cy="822600"/>
            </a:xfrm>
            <a:custGeom>
              <a:avLst/>
              <a:gdLst>
                <a:gd name="textAreaLeft" fmla="*/ 0 w 1155960"/>
                <a:gd name="textAreaRight" fmla="*/ 1156320 w 1155960"/>
                <a:gd name="textAreaTop" fmla="*/ 0 h 822600"/>
                <a:gd name="textAreaBottom" fmla="*/ 822960 h 822600"/>
              </a:gdLst>
              <a:ahLst/>
              <a:cxnLst/>
              <a:rect l="textAreaLeft" t="textAreaTop" r="textAreaRight" b="textAreaBottom"/>
              <a:pathLst>
                <a:path w="41864" h="29789">
                  <a:moveTo>
                    <a:pt x="3703" y="0"/>
                  </a:moveTo>
                  <a:cubicBezTo>
                    <a:pt x="1568" y="0"/>
                    <a:pt x="1" y="2002"/>
                    <a:pt x="434" y="4103"/>
                  </a:cubicBezTo>
                  <a:lnTo>
                    <a:pt x="5671" y="27186"/>
                  </a:lnTo>
                  <a:cubicBezTo>
                    <a:pt x="6005" y="28687"/>
                    <a:pt x="7373" y="29788"/>
                    <a:pt x="8907" y="29788"/>
                  </a:cubicBezTo>
                  <a:lnTo>
                    <a:pt x="38095" y="29788"/>
                  </a:lnTo>
                  <a:cubicBezTo>
                    <a:pt x="40263" y="29788"/>
                    <a:pt x="41864" y="27820"/>
                    <a:pt x="41364" y="25685"/>
                  </a:cubicBezTo>
                  <a:lnTo>
                    <a:pt x="36126" y="2602"/>
                  </a:lnTo>
                  <a:cubicBezTo>
                    <a:pt x="35793" y="1101"/>
                    <a:pt x="34425" y="0"/>
                    <a:pt x="32891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" name="Google Shape;294;p32"/>
            <p:cNvSpPr/>
            <p:nvPr/>
          </p:nvSpPr>
          <p:spPr>
            <a:xfrm>
              <a:off x="6342480" y="4017600"/>
              <a:ext cx="338760" cy="822600"/>
            </a:xfrm>
            <a:custGeom>
              <a:avLst/>
              <a:gdLst>
                <a:gd name="textAreaLeft" fmla="*/ 0 w 338760"/>
                <a:gd name="textAreaRight" fmla="*/ 339120 w 338760"/>
                <a:gd name="textAreaTop" fmla="*/ 0 h 822600"/>
                <a:gd name="textAreaBottom" fmla="*/ 822960 h 822600"/>
              </a:gdLst>
              <a:ahLst/>
              <a:cxnLst/>
              <a:rect l="textAreaLeft" t="textAreaTop" r="textAreaRight" b="textAreaBottom"/>
              <a:pathLst>
                <a:path w="12276" h="29789">
                  <a:moveTo>
                    <a:pt x="0" y="1"/>
                  </a:moveTo>
                  <a:cubicBezTo>
                    <a:pt x="1535" y="1"/>
                    <a:pt x="2936" y="1101"/>
                    <a:pt x="3269" y="2602"/>
                  </a:cubicBezTo>
                  <a:lnTo>
                    <a:pt x="8473" y="25686"/>
                  </a:lnTo>
                  <a:cubicBezTo>
                    <a:pt x="8940" y="27787"/>
                    <a:pt x="7339" y="29788"/>
                    <a:pt x="5204" y="29788"/>
                  </a:cubicBezTo>
                  <a:lnTo>
                    <a:pt x="8540" y="29788"/>
                  </a:lnTo>
                  <a:cubicBezTo>
                    <a:pt x="10674" y="29755"/>
                    <a:pt x="12276" y="27787"/>
                    <a:pt x="11809" y="25686"/>
                  </a:cubicBezTo>
                  <a:lnTo>
                    <a:pt x="6605" y="2602"/>
                  </a:lnTo>
                  <a:cubicBezTo>
                    <a:pt x="6271" y="1068"/>
                    <a:pt x="4870" y="1"/>
                    <a:pt x="3336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" name="Google Shape;295;p32"/>
            <p:cNvSpPr/>
            <p:nvPr/>
          </p:nvSpPr>
          <p:spPr>
            <a:xfrm>
              <a:off x="5429160" y="4017600"/>
              <a:ext cx="1132920" cy="822600"/>
            </a:xfrm>
            <a:custGeom>
              <a:avLst/>
              <a:gdLst>
                <a:gd name="textAreaLeft" fmla="*/ 0 w 1132920"/>
                <a:gd name="textAreaRight" fmla="*/ 1133280 w 1132920"/>
                <a:gd name="textAreaTop" fmla="*/ 0 h 822600"/>
                <a:gd name="textAreaBottom" fmla="*/ 822960 h 822600"/>
              </a:gdLst>
              <a:ahLst/>
              <a:cxnLst/>
              <a:rect l="textAreaLeft" t="textAreaTop" r="textAreaRight" b="textAreaBottom"/>
              <a:pathLst>
                <a:path w="41030" h="29789">
                  <a:moveTo>
                    <a:pt x="3836" y="1"/>
                  </a:moveTo>
                  <a:cubicBezTo>
                    <a:pt x="1701" y="1"/>
                    <a:pt x="134" y="2002"/>
                    <a:pt x="567" y="4103"/>
                  </a:cubicBezTo>
                  <a:lnTo>
                    <a:pt x="5804" y="27187"/>
                  </a:lnTo>
                  <a:cubicBezTo>
                    <a:pt x="6138" y="28754"/>
                    <a:pt x="7506" y="29788"/>
                    <a:pt x="9040" y="29788"/>
                  </a:cubicBezTo>
                  <a:lnTo>
                    <a:pt x="38228" y="29788"/>
                  </a:lnTo>
                  <a:cubicBezTo>
                    <a:pt x="39395" y="29755"/>
                    <a:pt x="40396" y="29155"/>
                    <a:pt x="41030" y="28287"/>
                  </a:cubicBezTo>
                  <a:cubicBezTo>
                    <a:pt x="0" y="28287"/>
                    <a:pt x="10141" y="2135"/>
                    <a:pt x="11742" y="1"/>
                  </a:cubicBezTo>
                  <a:close/>
                </a:path>
              </a:pathLst>
            </a:custGeom>
            <a:solidFill>
              <a:srgbClr val="FFFFFF">
                <a:alpha val="3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" name="Google Shape;296;p32"/>
            <p:cNvSpPr/>
            <p:nvPr/>
          </p:nvSpPr>
          <p:spPr>
            <a:xfrm>
              <a:off x="5803200" y="4273560"/>
              <a:ext cx="317520" cy="303840"/>
            </a:xfrm>
            <a:custGeom>
              <a:avLst/>
              <a:gdLst>
                <a:gd name="textAreaLeft" fmla="*/ 0 w 317520"/>
                <a:gd name="textAreaRight" fmla="*/ 317880 w 317520"/>
                <a:gd name="textAreaTop" fmla="*/ 0 h 303840"/>
                <a:gd name="textAreaBottom" fmla="*/ 304200 h 303840"/>
              </a:gdLst>
              <a:ahLst/>
              <a:cxnLst/>
              <a:rect l="textAreaLeft" t="textAreaTop" r="textAreaRight" b="textAreaBottom"/>
              <a:pathLst>
                <a:path w="11509" h="11009">
                  <a:moveTo>
                    <a:pt x="10341" y="1"/>
                  </a:moveTo>
                  <a:cubicBezTo>
                    <a:pt x="9007" y="1"/>
                    <a:pt x="7706" y="568"/>
                    <a:pt x="6672" y="1569"/>
                  </a:cubicBezTo>
                  <a:cubicBezTo>
                    <a:pt x="6138" y="1368"/>
                    <a:pt x="5504" y="1235"/>
                    <a:pt x="4870" y="1235"/>
                  </a:cubicBezTo>
                  <a:cubicBezTo>
                    <a:pt x="2168" y="1235"/>
                    <a:pt x="0" y="3437"/>
                    <a:pt x="0" y="6139"/>
                  </a:cubicBezTo>
                  <a:cubicBezTo>
                    <a:pt x="0" y="8840"/>
                    <a:pt x="2202" y="11009"/>
                    <a:pt x="4870" y="11009"/>
                  </a:cubicBezTo>
                  <a:cubicBezTo>
                    <a:pt x="7572" y="11009"/>
                    <a:pt x="9741" y="8807"/>
                    <a:pt x="9741" y="6139"/>
                  </a:cubicBezTo>
                  <a:cubicBezTo>
                    <a:pt x="9741" y="5672"/>
                    <a:pt x="9674" y="5238"/>
                    <a:pt x="9574" y="4838"/>
                  </a:cubicBezTo>
                  <a:cubicBezTo>
                    <a:pt x="9707" y="4704"/>
                    <a:pt x="9841" y="4637"/>
                    <a:pt x="9974" y="4504"/>
                  </a:cubicBezTo>
                  <a:cubicBezTo>
                    <a:pt x="11041" y="3403"/>
                    <a:pt x="11508" y="1735"/>
                    <a:pt x="11108" y="301"/>
                  </a:cubicBezTo>
                  <a:cubicBezTo>
                    <a:pt x="11041" y="134"/>
                    <a:pt x="10875" y="1"/>
                    <a:pt x="10708" y="1"/>
                  </a:cubicBezTo>
                  <a:close/>
                </a:path>
              </a:pathLst>
            </a:custGeom>
            <a:solidFill>
              <a:srgbClr val="F5FD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" name="Google Shape;297;p32"/>
            <p:cNvSpPr/>
            <p:nvPr/>
          </p:nvSpPr>
          <p:spPr>
            <a:xfrm>
              <a:off x="5929560" y="4260960"/>
              <a:ext cx="204120" cy="186840"/>
            </a:xfrm>
            <a:custGeom>
              <a:avLst/>
              <a:gdLst>
                <a:gd name="textAreaLeft" fmla="*/ 0 w 204120"/>
                <a:gd name="textAreaRight" fmla="*/ 204480 w 20412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7406" h="6773">
                  <a:moveTo>
                    <a:pt x="6138" y="835"/>
                  </a:moveTo>
                  <a:cubicBezTo>
                    <a:pt x="6538" y="2169"/>
                    <a:pt x="6105" y="3637"/>
                    <a:pt x="5137" y="4637"/>
                  </a:cubicBezTo>
                  <a:cubicBezTo>
                    <a:pt x="4303" y="5471"/>
                    <a:pt x="3069" y="5872"/>
                    <a:pt x="1601" y="5872"/>
                  </a:cubicBezTo>
                  <a:cubicBezTo>
                    <a:pt x="1401" y="5872"/>
                    <a:pt x="1168" y="5872"/>
                    <a:pt x="934" y="5838"/>
                  </a:cubicBezTo>
                  <a:cubicBezTo>
                    <a:pt x="801" y="3303"/>
                    <a:pt x="3202" y="835"/>
                    <a:pt x="5771" y="835"/>
                  </a:cubicBezTo>
                  <a:close/>
                  <a:moveTo>
                    <a:pt x="5771" y="1"/>
                  </a:moveTo>
                  <a:cubicBezTo>
                    <a:pt x="4270" y="1"/>
                    <a:pt x="2802" y="668"/>
                    <a:pt x="1668" y="1835"/>
                  </a:cubicBezTo>
                  <a:cubicBezTo>
                    <a:pt x="601" y="3003"/>
                    <a:pt x="0" y="4471"/>
                    <a:pt x="100" y="5938"/>
                  </a:cubicBezTo>
                  <a:cubicBezTo>
                    <a:pt x="134" y="6339"/>
                    <a:pt x="467" y="6672"/>
                    <a:pt x="901" y="6706"/>
                  </a:cubicBezTo>
                  <a:cubicBezTo>
                    <a:pt x="1134" y="6706"/>
                    <a:pt x="1401" y="6772"/>
                    <a:pt x="1635" y="6772"/>
                  </a:cubicBezTo>
                  <a:cubicBezTo>
                    <a:pt x="3336" y="6772"/>
                    <a:pt x="4770" y="6205"/>
                    <a:pt x="5771" y="5271"/>
                  </a:cubicBezTo>
                  <a:cubicBezTo>
                    <a:pt x="6938" y="4104"/>
                    <a:pt x="7405" y="2236"/>
                    <a:pt x="6972" y="668"/>
                  </a:cubicBezTo>
                  <a:cubicBezTo>
                    <a:pt x="6905" y="334"/>
                    <a:pt x="6605" y="101"/>
                    <a:pt x="6238" y="34"/>
                  </a:cubicBezTo>
                  <a:cubicBezTo>
                    <a:pt x="6071" y="1"/>
                    <a:pt x="5904" y="1"/>
                    <a:pt x="5771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" name="Google Shape;298;p32"/>
            <p:cNvSpPr/>
            <p:nvPr/>
          </p:nvSpPr>
          <p:spPr>
            <a:xfrm>
              <a:off x="6872400" y="4448880"/>
              <a:ext cx="603360" cy="466200"/>
            </a:xfrm>
            <a:custGeom>
              <a:avLst/>
              <a:gdLst>
                <a:gd name="textAreaLeft" fmla="*/ 0 w 603360"/>
                <a:gd name="textAreaRight" fmla="*/ 603720 w 603360"/>
                <a:gd name="textAreaTop" fmla="*/ 0 h 466200"/>
                <a:gd name="textAreaBottom" fmla="*/ 466560 h 466200"/>
              </a:gdLst>
              <a:ahLst/>
              <a:cxnLst/>
              <a:rect l="textAreaLeft" t="textAreaTop" r="textAreaRight" b="textAreaBottom"/>
              <a:pathLst>
                <a:path w="21850" h="16886">
                  <a:moveTo>
                    <a:pt x="14778" y="1"/>
                  </a:moveTo>
                  <a:lnTo>
                    <a:pt x="3503" y="5905"/>
                  </a:lnTo>
                  <a:lnTo>
                    <a:pt x="468" y="12076"/>
                  </a:lnTo>
                  <a:cubicBezTo>
                    <a:pt x="1" y="13043"/>
                    <a:pt x="434" y="14211"/>
                    <a:pt x="1435" y="14678"/>
                  </a:cubicBezTo>
                  <a:cubicBezTo>
                    <a:pt x="1679" y="14773"/>
                    <a:pt x="1945" y="14824"/>
                    <a:pt x="2211" y="14824"/>
                  </a:cubicBezTo>
                  <a:cubicBezTo>
                    <a:pt x="2599" y="14824"/>
                    <a:pt x="2986" y="14715"/>
                    <a:pt x="3303" y="14478"/>
                  </a:cubicBezTo>
                  <a:lnTo>
                    <a:pt x="3803" y="14144"/>
                  </a:lnTo>
                  <a:lnTo>
                    <a:pt x="3803" y="14144"/>
                  </a:lnTo>
                  <a:cubicBezTo>
                    <a:pt x="3336" y="15045"/>
                    <a:pt x="3837" y="16146"/>
                    <a:pt x="4837" y="16379"/>
                  </a:cubicBezTo>
                  <a:lnTo>
                    <a:pt x="4937" y="16412"/>
                  </a:lnTo>
                  <a:cubicBezTo>
                    <a:pt x="5082" y="16457"/>
                    <a:pt x="5230" y="16479"/>
                    <a:pt x="5377" y="16479"/>
                  </a:cubicBezTo>
                  <a:cubicBezTo>
                    <a:pt x="5671" y="16479"/>
                    <a:pt x="5960" y="16390"/>
                    <a:pt x="6205" y="16212"/>
                  </a:cubicBezTo>
                  <a:lnTo>
                    <a:pt x="7206" y="15578"/>
                  </a:lnTo>
                  <a:lnTo>
                    <a:pt x="7206" y="15578"/>
                  </a:lnTo>
                  <a:cubicBezTo>
                    <a:pt x="7006" y="16146"/>
                    <a:pt x="7339" y="16713"/>
                    <a:pt x="7940" y="16846"/>
                  </a:cubicBezTo>
                  <a:cubicBezTo>
                    <a:pt x="8095" y="16873"/>
                    <a:pt x="8251" y="16886"/>
                    <a:pt x="8406" y="16886"/>
                  </a:cubicBezTo>
                  <a:cubicBezTo>
                    <a:pt x="9408" y="16886"/>
                    <a:pt x="10350" y="16337"/>
                    <a:pt x="10842" y="15412"/>
                  </a:cubicBezTo>
                  <a:lnTo>
                    <a:pt x="13177" y="11175"/>
                  </a:lnTo>
                  <a:lnTo>
                    <a:pt x="16079" y="9674"/>
                  </a:lnTo>
                  <a:lnTo>
                    <a:pt x="14678" y="14011"/>
                  </a:lnTo>
                  <a:cubicBezTo>
                    <a:pt x="14077" y="14811"/>
                    <a:pt x="14377" y="15912"/>
                    <a:pt x="15211" y="16412"/>
                  </a:cubicBezTo>
                  <a:cubicBezTo>
                    <a:pt x="15481" y="16565"/>
                    <a:pt x="15776" y="16639"/>
                    <a:pt x="16064" y="16639"/>
                  </a:cubicBezTo>
                  <a:cubicBezTo>
                    <a:pt x="16593" y="16639"/>
                    <a:pt x="17099" y="16388"/>
                    <a:pt x="17380" y="15912"/>
                  </a:cubicBezTo>
                  <a:lnTo>
                    <a:pt x="19948" y="12276"/>
                  </a:lnTo>
                  <a:lnTo>
                    <a:pt x="21849" y="5938"/>
                  </a:lnTo>
                  <a:lnTo>
                    <a:pt x="14778" y="1"/>
                  </a:ln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" name="Google Shape;299;p32"/>
            <p:cNvSpPr/>
            <p:nvPr/>
          </p:nvSpPr>
          <p:spPr>
            <a:xfrm>
              <a:off x="6968160" y="4593600"/>
              <a:ext cx="204120" cy="252720"/>
            </a:xfrm>
            <a:custGeom>
              <a:avLst/>
              <a:gdLst>
                <a:gd name="textAreaLeft" fmla="*/ 0 w 204120"/>
                <a:gd name="textAreaRight" fmla="*/ 204480 w 204120"/>
                <a:gd name="textAreaTop" fmla="*/ 0 h 252720"/>
                <a:gd name="textAreaBottom" fmla="*/ 253080 h 252720"/>
              </a:gdLst>
              <a:ahLst/>
              <a:cxnLst/>
              <a:rect l="textAreaLeft" t="textAreaTop" r="textAreaRight" b="textAreaBottom"/>
              <a:pathLst>
                <a:path w="7406" h="9165">
                  <a:moveTo>
                    <a:pt x="7114" y="0"/>
                  </a:moveTo>
                  <a:cubicBezTo>
                    <a:pt x="7062" y="0"/>
                    <a:pt x="7012" y="19"/>
                    <a:pt x="6972" y="58"/>
                  </a:cubicBezTo>
                  <a:lnTo>
                    <a:pt x="3903" y="2160"/>
                  </a:lnTo>
                  <a:cubicBezTo>
                    <a:pt x="3870" y="2160"/>
                    <a:pt x="3870" y="2227"/>
                    <a:pt x="3837" y="2260"/>
                  </a:cubicBezTo>
                  <a:lnTo>
                    <a:pt x="67" y="8765"/>
                  </a:lnTo>
                  <a:cubicBezTo>
                    <a:pt x="1" y="8898"/>
                    <a:pt x="34" y="9065"/>
                    <a:pt x="167" y="9132"/>
                  </a:cubicBezTo>
                  <a:cubicBezTo>
                    <a:pt x="201" y="9165"/>
                    <a:pt x="234" y="9165"/>
                    <a:pt x="301" y="9165"/>
                  </a:cubicBezTo>
                  <a:cubicBezTo>
                    <a:pt x="401" y="9165"/>
                    <a:pt x="501" y="9132"/>
                    <a:pt x="534" y="9065"/>
                  </a:cubicBezTo>
                  <a:lnTo>
                    <a:pt x="4237" y="2594"/>
                  </a:lnTo>
                  <a:lnTo>
                    <a:pt x="7239" y="492"/>
                  </a:lnTo>
                  <a:cubicBezTo>
                    <a:pt x="7373" y="425"/>
                    <a:pt x="7406" y="259"/>
                    <a:pt x="7339" y="125"/>
                  </a:cubicBezTo>
                  <a:cubicBezTo>
                    <a:pt x="7279" y="44"/>
                    <a:pt x="7194" y="0"/>
                    <a:pt x="7114" y="0"/>
                  </a:cubicBez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" name="Google Shape;300;p32"/>
            <p:cNvSpPr/>
            <p:nvPr/>
          </p:nvSpPr>
          <p:spPr>
            <a:xfrm>
              <a:off x="7061040" y="4656600"/>
              <a:ext cx="181080" cy="230400"/>
            </a:xfrm>
            <a:custGeom>
              <a:avLst/>
              <a:gdLst>
                <a:gd name="textAreaLeft" fmla="*/ 0 w 181080"/>
                <a:gd name="textAreaRight" fmla="*/ 181440 w 181080"/>
                <a:gd name="textAreaTop" fmla="*/ 0 h 230400"/>
                <a:gd name="textAreaBottom" fmla="*/ 230760 h 230400"/>
              </a:gdLst>
              <a:ahLst/>
              <a:cxnLst/>
              <a:rect l="textAreaLeft" t="textAreaTop" r="textAreaRight" b="textAreaBottom"/>
              <a:pathLst>
                <a:path w="6573" h="8351">
                  <a:moveTo>
                    <a:pt x="6250" y="1"/>
                  </a:moveTo>
                  <a:cubicBezTo>
                    <a:pt x="6188" y="1"/>
                    <a:pt x="6127" y="17"/>
                    <a:pt x="6072" y="45"/>
                  </a:cubicBezTo>
                  <a:lnTo>
                    <a:pt x="2703" y="2980"/>
                  </a:lnTo>
                  <a:cubicBezTo>
                    <a:pt x="2669" y="3014"/>
                    <a:pt x="2636" y="3014"/>
                    <a:pt x="2636" y="3047"/>
                  </a:cubicBezTo>
                  <a:lnTo>
                    <a:pt x="101" y="7950"/>
                  </a:lnTo>
                  <a:cubicBezTo>
                    <a:pt x="1" y="8050"/>
                    <a:pt x="101" y="8217"/>
                    <a:pt x="201" y="8317"/>
                  </a:cubicBezTo>
                  <a:cubicBezTo>
                    <a:pt x="268" y="8351"/>
                    <a:pt x="301" y="8351"/>
                    <a:pt x="334" y="8351"/>
                  </a:cubicBezTo>
                  <a:cubicBezTo>
                    <a:pt x="468" y="8351"/>
                    <a:pt x="534" y="8284"/>
                    <a:pt x="635" y="8217"/>
                  </a:cubicBezTo>
                  <a:lnTo>
                    <a:pt x="3136" y="3380"/>
                  </a:lnTo>
                  <a:lnTo>
                    <a:pt x="6472" y="512"/>
                  </a:lnTo>
                  <a:cubicBezTo>
                    <a:pt x="6572" y="378"/>
                    <a:pt x="6572" y="212"/>
                    <a:pt x="6505" y="111"/>
                  </a:cubicBezTo>
                  <a:cubicBezTo>
                    <a:pt x="6427" y="33"/>
                    <a:pt x="6338" y="1"/>
                    <a:pt x="6250" y="1"/>
                  </a:cubicBezTo>
                  <a:close/>
                </a:path>
              </a:pathLst>
            </a:custGeom>
            <a:solidFill>
              <a:srgbClr val="FCC5B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55" name="Rectangle 154"/>
          <p:cNvSpPr/>
          <p:nvPr/>
        </p:nvSpPr>
        <p:spPr>
          <a:xfrm>
            <a:off x="343080" y="1814377"/>
            <a:ext cx="4228920" cy="76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vi-VN">
                <a:solidFill>
                  <a:schemeClr val="bg2"/>
                </a:solidFill>
              </a:rPr>
              <a:t>ĐỒ ÁN TỐT NGHIỆP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43080" y="2195257"/>
            <a:ext cx="463824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550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chemeClr val="bg2"/>
                </a:solidFill>
                <a:effectLst/>
                <a:uFillTx/>
                <a:latin typeface="Orbitron"/>
              </a:rPr>
              <a:t>PHÁT TRIỂN HỆ THỐNG 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chemeClr val="bg2"/>
                </a:solidFill>
                <a:effectLst/>
                <a:uFillTx/>
                <a:latin typeface="Orbitron"/>
              </a:rPr>
              <a:t>QUẢN LÝ VIỆC BÁN ĐẤU GIÁ 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chemeClr val="bg2"/>
                </a:solidFill>
                <a:effectLst/>
                <a:uFillTx/>
                <a:latin typeface="Orbitron"/>
              </a:rPr>
              <a:t>SẢN PHẨM MẶT HÀNG ĐIỆN TỬ</a:t>
            </a:r>
            <a:endParaRPr lang="en-US" sz="4500" b="0" u="none" strike="noStrike">
              <a:solidFill>
                <a:schemeClr val="bg2"/>
              </a:solidFill>
              <a:effectLst/>
              <a:uFillTx/>
              <a:latin typeface="OpenSymbo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91D055-AD27-13B5-3778-6BA7BB4DC64C}"/>
              </a:ext>
            </a:extLst>
          </p:cNvPr>
          <p:cNvSpPr/>
          <p:nvPr/>
        </p:nvSpPr>
        <p:spPr>
          <a:xfrm>
            <a:off x="354220" y="3660411"/>
            <a:ext cx="3468272" cy="4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vi-VN">
                <a:solidFill>
                  <a:schemeClr val="bg2"/>
                </a:solidFill>
              </a:rPr>
              <a:t>GVHD: Ngô Thanh Huy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6A42A90E-FB71-1483-B807-B97625DF98B3}"/>
              </a:ext>
            </a:extLst>
          </p:cNvPr>
          <p:cNvSpPr/>
          <p:nvPr/>
        </p:nvSpPr>
        <p:spPr>
          <a:xfrm>
            <a:off x="1057612" y="290857"/>
            <a:ext cx="4228920" cy="76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r>
              <a:rPr lang="vi-VN">
                <a:solidFill>
                  <a:schemeClr val="bg2"/>
                </a:solidFill>
              </a:rPr>
              <a:t>ĐẠI HỌC TRÀ VINH</a:t>
            </a:r>
          </a:p>
          <a:p>
            <a:r>
              <a:rPr lang="vi-VN">
                <a:solidFill>
                  <a:schemeClr val="bg2"/>
                </a:solidFill>
              </a:rPr>
              <a:t>TRƯỜNG KỸ THUẬT VÀ CÔNG NGHỆ</a:t>
            </a:r>
          </a:p>
          <a:p>
            <a:r>
              <a:rPr lang="vi-VN">
                <a:solidFill>
                  <a:schemeClr val="bg2"/>
                </a:solidFill>
              </a:rPr>
              <a:t>KHOA CÔNG NGHỆ THÔNG TIN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7F9ECD8-DC27-2894-148B-7810A923ECA8}"/>
              </a:ext>
            </a:extLst>
          </p:cNvPr>
          <p:cNvSpPr txBox="1"/>
          <p:nvPr/>
        </p:nvSpPr>
        <p:spPr>
          <a:xfrm>
            <a:off x="354220" y="4099811"/>
            <a:ext cx="465069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>
                <a:solidFill>
                  <a:schemeClr val="bg2"/>
                </a:solidFill>
              </a:rPr>
              <a:t>SVTH: Trương Nguyễn Tố Nguyên</a:t>
            </a:r>
          </a:p>
          <a:p>
            <a:r>
              <a:rPr lang="vi-VN" sz="1800">
                <a:solidFill>
                  <a:schemeClr val="bg2"/>
                </a:solidFill>
              </a:rPr>
              <a:t>Mã lớp: DA22TTB</a:t>
            </a:r>
          </a:p>
          <a:p>
            <a:r>
              <a:rPr lang="vi-VN" sz="1800">
                <a:solidFill>
                  <a:schemeClr val="bg2"/>
                </a:solidFill>
              </a:rPr>
              <a:t>MSSV: 110122127</a:t>
            </a:r>
            <a:endParaRPr lang="vi-VN">
              <a:solidFill>
                <a:schemeClr val="bg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AC3439-FD53-87B1-3987-8A5777E4B7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12" y="59920"/>
            <a:ext cx="1005127" cy="10051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56"/>
          <p:cNvSpPr/>
          <p:nvPr/>
        </p:nvSpPr>
        <p:spPr>
          <a:xfrm>
            <a:off x="619200" y="619200"/>
            <a:ext cx="7905240" cy="3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Giới thiệu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E9B855-E890-498C-9C2A-0694EB43D89F}"/>
              </a:ext>
            </a:extLst>
          </p:cNvPr>
          <p:cNvSpPr/>
          <p:nvPr/>
        </p:nvSpPr>
        <p:spPr>
          <a:xfrm>
            <a:off x="619200" y="980640"/>
            <a:ext cx="7617896" cy="34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>
            <a:defPPr>
              <a:defRPr lang="vi-V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defTabSz="914400">
              <a:lnSpc>
                <a:spcPct val="130000"/>
              </a:lnSpc>
            </a:pPr>
            <a:r>
              <a:rPr lang="vi-VN" sz="1600" b="0" u="none" strike="noStrike">
                <a:solidFill>
                  <a:srgbClr val="92F7FF"/>
                </a:solidFill>
                <a:latin typeface="Archivo Light"/>
              </a:rPr>
              <a:t>Hệ thống web cho phép </a:t>
            </a:r>
            <a:r>
              <a:rPr lang="vi-VN" sz="1600" b="0" i="1" u="none" strike="noStrike">
                <a:solidFill>
                  <a:srgbClr val="92F7FF"/>
                </a:solidFill>
                <a:latin typeface="Archivo Light"/>
              </a:rPr>
              <a:t>đăng bán</a:t>
            </a:r>
            <a:r>
              <a:rPr lang="vi-VN" sz="1600" b="0" u="none" strike="noStrike">
                <a:solidFill>
                  <a:srgbClr val="92F7FF"/>
                </a:solidFill>
                <a:latin typeface="Archivo Light"/>
              </a:rPr>
              <a:t> và </a:t>
            </a:r>
            <a:r>
              <a:rPr lang="vi-VN" sz="1600" b="0" i="1" u="none" strike="noStrike">
                <a:solidFill>
                  <a:srgbClr val="92F7FF"/>
                </a:solidFill>
                <a:latin typeface="Archivo Light"/>
              </a:rPr>
              <a:t>tham gia đấu giá</a:t>
            </a:r>
            <a:r>
              <a:rPr lang="vi-VN" sz="1600" b="0" u="none" strike="noStrike">
                <a:solidFill>
                  <a:srgbClr val="92F7FF"/>
                </a:solidFill>
                <a:latin typeface="Archivo Light"/>
              </a:rPr>
              <a:t> sản phẩm điện tử theo mô hình </a:t>
            </a:r>
            <a:r>
              <a:rPr lang="vi-VN" sz="1600" i="1">
                <a:solidFill>
                  <a:srgbClr val="92F7FF"/>
                </a:solidFill>
                <a:latin typeface="Archivo Light"/>
              </a:rPr>
              <a:t>đấu giá kiểu Anh.</a:t>
            </a:r>
          </a:p>
          <a:p>
            <a:pPr algn="just" defTabSz="914400">
              <a:lnSpc>
                <a:spcPct val="130000"/>
              </a:lnSpc>
            </a:pPr>
            <a:endParaRPr lang="vi-VN" sz="1600" b="0"/>
          </a:p>
          <a:p>
            <a:pPr algn="just" defTabSz="914400">
              <a:lnSpc>
                <a:spcPct val="130000"/>
              </a:lnSpc>
            </a:pPr>
            <a:r>
              <a:rPr lang="vi-VN" sz="1600" b="1" u="none" strike="noStrike">
                <a:solidFill>
                  <a:srgbClr val="92F7FF"/>
                </a:solidFill>
                <a:latin typeface="Archivo Light"/>
              </a:rPr>
              <a:t>Các tính năng chính:</a:t>
            </a:r>
          </a:p>
          <a:p>
            <a:pPr marL="628650" indent="-285750" algn="just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400" b="0">
                <a:solidFill>
                  <a:srgbClr val="92F7FF"/>
                </a:solidFill>
                <a:latin typeface="Archivo Light"/>
              </a:rPr>
              <a:t>Đấu giá theo thời gian thực qua WebSocket</a:t>
            </a:r>
          </a:p>
          <a:p>
            <a:pPr marL="628650" indent="-285750" algn="just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400" b="0">
                <a:solidFill>
                  <a:srgbClr val="92F7FF"/>
                </a:solidFill>
                <a:latin typeface="Archivo Light"/>
              </a:rPr>
              <a:t>Mua ngay với Optimistic Locking</a:t>
            </a:r>
          </a:p>
          <a:p>
            <a:pPr marL="628650" indent="-285750" algn="just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400" b="0">
                <a:solidFill>
                  <a:srgbClr val="92F7FF"/>
                </a:solidFill>
                <a:latin typeface="Archivo Light"/>
              </a:rPr>
              <a:t>Quản lý đơn hàng, thông báo, kiểm duyệt</a:t>
            </a:r>
          </a:p>
          <a:p>
            <a:pPr marL="628650" indent="-285750" algn="just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400">
                <a:solidFill>
                  <a:srgbClr val="92F7FF"/>
                </a:solidFill>
                <a:latin typeface="Archivo Light"/>
              </a:rPr>
              <a:t>Nạp tiền vào ví và rút tiền về tài khoản ngân hàng</a:t>
            </a:r>
            <a:endParaRPr lang="vi-VN" sz="1400" b="0">
              <a:solidFill>
                <a:srgbClr val="92F7FF"/>
              </a:solidFill>
              <a:latin typeface="Archivo Ligh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D90F75-A901-BE97-FD59-4C9BBC8D5C90}"/>
              </a:ext>
            </a:extLst>
          </p:cNvPr>
          <p:cNvSpPr/>
          <p:nvPr/>
        </p:nvSpPr>
        <p:spPr>
          <a:xfrm>
            <a:off x="581724" y="439041"/>
            <a:ext cx="4114439" cy="12543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>
                <a:solidFill>
                  <a:srgbClr val="92F7FF"/>
                </a:solidFill>
                <a:latin typeface="Orbitron"/>
              </a:rPr>
              <a:t>Mục lục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3D845D-F296-487C-63D9-347CF5DDB256}"/>
              </a:ext>
            </a:extLst>
          </p:cNvPr>
          <p:cNvSpPr/>
          <p:nvPr/>
        </p:nvSpPr>
        <p:spPr>
          <a:xfrm>
            <a:off x="581724" y="1397993"/>
            <a:ext cx="5474302" cy="12543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01. Tổng quan đề tài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22317D-4D47-F193-02E0-267F70022C46}"/>
              </a:ext>
            </a:extLst>
          </p:cNvPr>
          <p:cNvSpPr/>
          <p:nvPr/>
        </p:nvSpPr>
        <p:spPr>
          <a:xfrm>
            <a:off x="581724" y="2231101"/>
            <a:ext cx="5774106" cy="12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02. Triển khai kỹ thuật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57B61F-709D-951E-EA10-6D6F00ADA6A5}"/>
              </a:ext>
            </a:extLst>
          </p:cNvPr>
          <p:cNvSpPr/>
          <p:nvPr/>
        </p:nvSpPr>
        <p:spPr>
          <a:xfrm>
            <a:off x="619199" y="3073683"/>
            <a:ext cx="8877070" cy="91403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000">
                <a:solidFill>
                  <a:srgbClr val="92F7FF"/>
                </a:solidFill>
                <a:latin typeface="Orbitron"/>
              </a:rPr>
              <a:t>03. Kết quả đạt được &amp; Hướng phát triển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8681789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image_0:slide_img_AJhPMK.jpg"/>
          <p:cNvSpPr/>
          <p:nvPr/>
        </p:nvSpPr>
        <p:spPr>
          <a:xfrm>
            <a:off x="4800600" y="257040"/>
            <a:ext cx="4114440" cy="4628880"/>
          </a:xfrm>
          <a:prstGeom prst="roundRect">
            <a:avLst>
              <a:gd name="adj" fmla="val 16667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0" name="Rectangle 159"/>
          <p:cNvSpPr/>
          <p:nvPr/>
        </p:nvSpPr>
        <p:spPr>
          <a:xfrm>
            <a:off x="619200" y="619200"/>
            <a:ext cx="21427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01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619199" y="1428839"/>
            <a:ext cx="4114439" cy="12543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Tổng quan đề tài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62" name="Rectangle 161"/>
          <p:cNvSpPr/>
          <p:nvPr/>
        </p:nvSpPr>
        <p:spPr>
          <a:xfrm>
            <a:off x="619200" y="3333600"/>
            <a:ext cx="34761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62"/>
          <p:cNvSpPr/>
          <p:nvPr/>
        </p:nvSpPr>
        <p:spPr>
          <a:xfrm>
            <a:off x="619200" y="619200"/>
            <a:ext cx="7905240" cy="3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Lý do chọn đề tài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" name="content_box">
            <a:extLst>
              <a:ext uri="{FF2B5EF4-FFF2-40B4-BE49-F238E27FC236}">
                <a16:creationId xmlns:a16="http://schemas.microsoft.com/office/drawing/2014/main" id="{FDA99F7B-27E7-48B2-3A43-493FF47E8C7C}"/>
              </a:ext>
            </a:extLst>
          </p:cNvPr>
          <p:cNvSpPr/>
          <p:nvPr/>
        </p:nvSpPr>
        <p:spPr>
          <a:xfrm>
            <a:off x="264466" y="1124300"/>
            <a:ext cx="8542255" cy="34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>
            <a:defPPr>
              <a:defRPr lang="vi-V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Nhu cầu mua bán thiết bị điện tử qua mạng ngày càng tăng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Các kênh hiện tại thiếu cơ chế định giá minh bạch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Khó kiểm soát rủi ro giao dịch trực tuyến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Cần nền tảng cạnh tranh công khai đẩy giá lên cao hơn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Mục tiêu: đảm bảo định giá công khai, giảm gian lận, cải thiện trải nghiệm thời gian thực và quản trị nền tảng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64"/>
          <p:cNvSpPr/>
          <p:nvPr/>
        </p:nvSpPr>
        <p:spPr>
          <a:xfrm>
            <a:off x="619200" y="619200"/>
            <a:ext cx="7905240" cy="3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Mục tiêu &amp; Phạm vi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" name="content_box">
            <a:extLst>
              <a:ext uri="{FF2B5EF4-FFF2-40B4-BE49-F238E27FC236}">
                <a16:creationId xmlns:a16="http://schemas.microsoft.com/office/drawing/2014/main" id="{FE53A1E1-AD0D-0F45-F439-893ED6555F98}"/>
              </a:ext>
            </a:extLst>
          </p:cNvPr>
          <p:cNvSpPr/>
          <p:nvPr/>
        </p:nvSpPr>
        <p:spPr>
          <a:xfrm>
            <a:off x="324530" y="1124300"/>
            <a:ext cx="8062466" cy="34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>
            <a:defPPr>
              <a:defRPr lang="vi-V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defTabSz="914400">
              <a:lnSpc>
                <a:spcPct val="130000"/>
              </a:lnSpc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Mục tiêu:</a:t>
            </a:r>
            <a:endParaRPr lang="vi-VN" sz="1600">
              <a:solidFill>
                <a:srgbClr val="92F7FF"/>
              </a:solidFill>
              <a:latin typeface="Archivo Light"/>
            </a:endParaRPr>
          </a:p>
          <a:p>
            <a:pPr marL="6286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>
                <a:solidFill>
                  <a:srgbClr val="92F7FF"/>
                </a:solidFill>
                <a:latin typeface="Archivo Light"/>
              </a:rPr>
              <a:t>Xây dựng hệ thống đầy đủ tính năng đấu giá</a:t>
            </a:r>
          </a:p>
          <a:p>
            <a:pPr marL="6286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>
                <a:solidFill>
                  <a:srgbClr val="92F7FF"/>
                </a:solidFill>
                <a:latin typeface="Archivo Light"/>
              </a:rPr>
              <a:t>Cập nhật thời gian thực qua WebSocket</a:t>
            </a:r>
            <a:endParaRPr lang="vi-VN" sz="1600" b="0">
              <a:solidFill>
                <a:srgbClr val="92F7FF"/>
              </a:solidFill>
              <a:latin typeface="Archivo Light"/>
            </a:endParaRP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Cơ chế Anti-Sniping chống canh giờ chốt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Optimistic Locking đảm bảo nhất quán dữ liệu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Quản lý đơn hàng, thông báo, kiểm duyệt vi phạm</a:t>
            </a:r>
          </a:p>
          <a:p>
            <a:pPr marL="342900" defTabSz="914400">
              <a:lnSpc>
                <a:spcPct val="130000"/>
              </a:lnSpc>
            </a:pPr>
            <a:endParaRPr lang="vi-VN" sz="1600" b="0">
              <a:solidFill>
                <a:srgbClr val="92F7FF"/>
              </a:solidFill>
              <a:latin typeface="Archivo Light"/>
            </a:endParaRPr>
          </a:p>
          <a:p>
            <a:pPr marL="342900" defTabSz="914400">
              <a:lnSpc>
                <a:spcPct val="130000"/>
              </a:lnSpc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Phạm vi:</a:t>
            </a:r>
          </a:p>
          <a:p>
            <a:pPr marL="6286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>
                <a:solidFill>
                  <a:srgbClr val="92F7FF"/>
                </a:solidFill>
                <a:latin typeface="Archivo Light"/>
              </a:rPr>
              <a:t>Triển khai web, </a:t>
            </a: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nạp tiền và thanh toán đơn hàng được tích hợp qua cổng thanh toán VNPay ở môi trường thử nghiệm </a:t>
            </a:r>
          </a:p>
          <a:p>
            <a:pPr marL="6286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>
                <a:solidFill>
                  <a:srgbClr val="92F7FF"/>
                </a:solidFill>
                <a:latin typeface="Archivo Light"/>
              </a:rPr>
              <a:t>Không bao gồm: ứng dụng di động</a:t>
            </a:r>
          </a:p>
          <a:p>
            <a:pPr marL="342900" defTabSz="914400">
              <a:lnSpc>
                <a:spcPct val="130000"/>
              </a:lnSpc>
              <a:buChar char="•"/>
            </a:pPr>
            <a:endParaRPr lang="vi-VN" sz="1600" b="0">
              <a:solidFill>
                <a:srgbClr val="92F7FF"/>
              </a:solidFill>
              <a:latin typeface="Archivo Ligh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image_0:slide_img_GHggNK.jpg"/>
          <p:cNvSpPr/>
          <p:nvPr/>
        </p:nvSpPr>
        <p:spPr>
          <a:xfrm>
            <a:off x="228600" y="257040"/>
            <a:ext cx="4114440" cy="4628880"/>
          </a:xfrm>
          <a:prstGeom prst="roundRect">
            <a:avLst>
              <a:gd name="adj" fmla="val 16667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5048280" y="619200"/>
            <a:ext cx="22856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02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72" name="Rectangle 171"/>
          <p:cNvSpPr/>
          <p:nvPr/>
        </p:nvSpPr>
        <p:spPr>
          <a:xfrm>
            <a:off x="5048280" y="1428840"/>
            <a:ext cx="4043254" cy="12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Triển khai kỹ thuật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5048280" y="3333600"/>
            <a:ext cx="34761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 176"/>
          <p:cNvSpPr/>
          <p:nvPr/>
        </p:nvSpPr>
        <p:spPr>
          <a:xfrm>
            <a:off x="619200" y="619200"/>
            <a:ext cx="7905240" cy="73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Công nghệ &amp; Công cụ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" name="content_box">
            <a:extLst>
              <a:ext uri="{FF2B5EF4-FFF2-40B4-BE49-F238E27FC236}">
                <a16:creationId xmlns:a16="http://schemas.microsoft.com/office/drawing/2014/main" id="{58B66E67-05F2-5B57-84AD-08404B870071}"/>
              </a:ext>
            </a:extLst>
          </p:cNvPr>
          <p:cNvSpPr/>
          <p:nvPr/>
        </p:nvSpPr>
        <p:spPr>
          <a:xfrm>
            <a:off x="302044" y="1124300"/>
            <a:ext cx="6128735" cy="30429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>
            <a:defPPr>
              <a:defRPr lang="vi-V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Frontend: React.js, Axios, SockJS/STOMP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Backend: Spring Boot, Spring Security, JPA/Hibernate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Database: MySQL 8.0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Bảo mật: JWT, BCrypt </a:t>
            </a:r>
            <a:endParaRPr lang="vi-VN" sz="1600">
              <a:solidFill>
                <a:srgbClr val="92F7FF"/>
              </a:solidFill>
              <a:latin typeface="Archivo Light"/>
            </a:endParaRP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WebSocket (STOMP) 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Scheduler tự động cập nhật trạng thái 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Công cụ: VS Code, Xampp, Git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itle"/>
          <p:cNvSpPr/>
          <p:nvPr/>
        </p:nvSpPr>
        <p:spPr>
          <a:xfrm>
            <a:off x="457200" y="400000"/>
            <a:ext cx="8610840" cy="4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2400" b="0">
                <a:solidFill>
                  <a:srgbClr val="92F7FF"/>
                </a:solidFill>
                <a:latin typeface="Orbitron"/>
              </a:rPr>
              <a:t>Use Case </a:t>
            </a:r>
            <a:r>
              <a:rPr lang="en-US" sz="2400">
                <a:solidFill>
                  <a:srgbClr val="92F7FF"/>
                </a:solidFill>
                <a:latin typeface="Orbitron"/>
              </a:rPr>
              <a:t>&amp;</a:t>
            </a:r>
            <a:r>
              <a:rPr lang="vi-VN" sz="2400">
                <a:solidFill>
                  <a:srgbClr val="92F7FF"/>
                </a:solidFill>
                <a:latin typeface="Orbitron"/>
              </a:rPr>
              <a:t> Vòng đời phiên đấu giá</a:t>
            </a:r>
            <a:r>
              <a:rPr lang="vi-VN" sz="2400" b="0">
                <a:solidFill>
                  <a:srgbClr val="92F7FF"/>
                </a:solidFill>
                <a:latin typeface="Orbitron"/>
              </a:rPr>
              <a:t> </a:t>
            </a:r>
          </a:p>
        </p:txBody>
      </p:sp>
      <p:sp>
        <p:nvSpPr>
          <p:cNvPr id="302" name="lbl_uc"/>
          <p:cNvSpPr/>
          <p:nvPr/>
        </p:nvSpPr>
        <p:spPr>
          <a:xfrm>
            <a:off x="457200" y="4668065"/>
            <a:ext cx="4200000" cy="2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1100" b="1">
                <a:solidFill>
                  <a:srgbClr val="92F7FF"/>
                </a:solidFill>
                <a:latin typeface="Archivo Light"/>
              </a:rPr>
              <a:t>Lược đồ Use Case</a:t>
            </a:r>
          </a:p>
        </p:txBody>
      </p:sp>
      <p:sp>
        <p:nvSpPr>
          <p:cNvPr id="304" name="lbl_lc"/>
          <p:cNvSpPr/>
          <p:nvPr/>
        </p:nvSpPr>
        <p:spPr>
          <a:xfrm>
            <a:off x="4904931" y="4660570"/>
            <a:ext cx="4100000" cy="2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1100" b="1">
                <a:solidFill>
                  <a:srgbClr val="92F7FF"/>
                </a:solidFill>
                <a:latin typeface="Archivo Light"/>
              </a:rPr>
              <a:t>Vòng đời phiên đấu giá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C7D474-1575-E59C-3783-928E5294F9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823" y="880000"/>
            <a:ext cx="3832377" cy="38190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0E7D85-5818-B144-59EF-AE643578E8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819" y="881462"/>
            <a:ext cx="2801602" cy="37791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itle"/>
          <p:cNvSpPr/>
          <p:nvPr/>
        </p:nvSpPr>
        <p:spPr>
          <a:xfrm>
            <a:off x="457200" y="400000"/>
            <a:ext cx="8610840" cy="4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2400" b="0">
                <a:solidFill>
                  <a:srgbClr val="92F7FF"/>
                </a:solidFill>
                <a:latin typeface="Orbitron"/>
              </a:rPr>
              <a:t>Sơ đồ luồng Đặt giá</a:t>
            </a:r>
          </a:p>
        </p:txBody>
      </p:sp>
      <p:sp>
        <p:nvSpPr>
          <p:cNvPr id="302" name="lbl_bf"/>
          <p:cNvSpPr/>
          <p:nvPr/>
        </p:nvSpPr>
        <p:spPr>
          <a:xfrm>
            <a:off x="300116" y="4655000"/>
            <a:ext cx="3800000" cy="2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en-US" sz="1100" b="1">
                <a:solidFill>
                  <a:srgbClr val="92F7FF"/>
                </a:solidFill>
                <a:latin typeface="Archivo Light"/>
              </a:rPr>
              <a:t>S</a:t>
            </a:r>
            <a:r>
              <a:rPr lang="vi-VN" sz="1100" b="1">
                <a:solidFill>
                  <a:srgbClr val="92F7FF"/>
                </a:solidFill>
                <a:latin typeface="Archivo Light"/>
              </a:rPr>
              <a:t>ơ đồ hoạt động</a:t>
            </a:r>
          </a:p>
        </p:txBody>
      </p:sp>
      <p:sp>
        <p:nvSpPr>
          <p:cNvPr id="304" name="lbl_bs"/>
          <p:cNvSpPr/>
          <p:nvPr/>
        </p:nvSpPr>
        <p:spPr>
          <a:xfrm>
            <a:off x="3763522" y="4655000"/>
            <a:ext cx="4600000" cy="2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1100" b="1">
                <a:solidFill>
                  <a:srgbClr val="92F7FF"/>
                </a:solidFill>
                <a:latin typeface="Archivo Light"/>
              </a:rPr>
              <a:t>Sơ đồ tuần tự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4330EF-01EE-D553-FDDC-08DD984F3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629" y="978986"/>
            <a:ext cx="1925468" cy="36540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4C55B8-12A2-25DC-59D0-A34DDAAAB9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9673" y="1000917"/>
            <a:ext cx="3507698" cy="36540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itle"/>
          <p:cNvSpPr/>
          <p:nvPr/>
        </p:nvSpPr>
        <p:spPr>
          <a:xfrm>
            <a:off x="457200" y="400000"/>
            <a:ext cx="8610840" cy="4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2400" b="0">
                <a:solidFill>
                  <a:srgbClr val="92F7FF"/>
                </a:solidFill>
                <a:latin typeface="Orbitron"/>
              </a:rPr>
              <a:t>Sơ đồ luồng Mua ngay</a:t>
            </a:r>
          </a:p>
        </p:txBody>
      </p:sp>
      <p:sp>
        <p:nvSpPr>
          <p:cNvPr id="302" name="lbl_bf"/>
          <p:cNvSpPr/>
          <p:nvPr/>
        </p:nvSpPr>
        <p:spPr>
          <a:xfrm>
            <a:off x="263331" y="4687170"/>
            <a:ext cx="3800000" cy="2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1100" b="1">
                <a:solidFill>
                  <a:srgbClr val="92F7FF"/>
                </a:solidFill>
                <a:latin typeface="Archivo Light"/>
              </a:rPr>
              <a:t>Sơ đồ hoạt động</a:t>
            </a:r>
          </a:p>
        </p:txBody>
      </p:sp>
      <p:sp>
        <p:nvSpPr>
          <p:cNvPr id="304" name="lbl_bs"/>
          <p:cNvSpPr/>
          <p:nvPr/>
        </p:nvSpPr>
        <p:spPr>
          <a:xfrm>
            <a:off x="4162635" y="4687170"/>
            <a:ext cx="4600000" cy="2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/>
            <a:r>
              <a:rPr lang="vi-VN" sz="1100" b="1">
                <a:solidFill>
                  <a:srgbClr val="92F7FF"/>
                </a:solidFill>
                <a:latin typeface="Archivo Light"/>
              </a:rPr>
              <a:t>Sơ đồ tuần tự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3F3100-72FF-F902-03E7-0AE28FB350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331" y="1080327"/>
            <a:ext cx="3800000" cy="36068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BCAE3C-AC00-66A1-501E-8F83245782E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635" y="765368"/>
            <a:ext cx="2900696" cy="39218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0A065-27A7-8362-C54A-4F1E59DFF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70">
            <a:extLst>
              <a:ext uri="{FF2B5EF4-FFF2-40B4-BE49-F238E27FC236}">
                <a16:creationId xmlns:a16="http://schemas.microsoft.com/office/drawing/2014/main" id="{748A74AA-09EE-4FB4-F351-C6A08B4A6372}"/>
              </a:ext>
            </a:extLst>
          </p:cNvPr>
          <p:cNvSpPr/>
          <p:nvPr/>
        </p:nvSpPr>
        <p:spPr>
          <a:xfrm>
            <a:off x="693636" y="626694"/>
            <a:ext cx="22856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03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60DAFDA4-3401-697E-E2D0-2926E0D0DAC4}"/>
              </a:ext>
            </a:extLst>
          </p:cNvPr>
          <p:cNvSpPr/>
          <p:nvPr/>
        </p:nvSpPr>
        <p:spPr>
          <a:xfrm>
            <a:off x="693636" y="1540734"/>
            <a:ext cx="8075610" cy="91403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4000">
                <a:solidFill>
                  <a:srgbClr val="92F7FF"/>
                </a:solidFill>
                <a:latin typeface="Orbitron"/>
              </a:rPr>
              <a:t>Kết quả đạt được &amp; Hướng phát triển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1C5B15A1-48CE-ACBC-3A1C-2892BBA53EB0}"/>
              </a:ext>
            </a:extLst>
          </p:cNvPr>
          <p:cNvSpPr/>
          <p:nvPr/>
        </p:nvSpPr>
        <p:spPr>
          <a:xfrm>
            <a:off x="5048280" y="3333600"/>
            <a:ext cx="34761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439665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5364-C60B-E82B-4977-B2A2FBF7A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78">
            <a:extLst>
              <a:ext uri="{FF2B5EF4-FFF2-40B4-BE49-F238E27FC236}">
                <a16:creationId xmlns:a16="http://schemas.microsoft.com/office/drawing/2014/main" id="{2EE4D166-96E6-D71E-40F6-62E26C0530F8}"/>
              </a:ext>
            </a:extLst>
          </p:cNvPr>
          <p:cNvSpPr/>
          <p:nvPr/>
        </p:nvSpPr>
        <p:spPr>
          <a:xfrm>
            <a:off x="619200" y="619200"/>
            <a:ext cx="7905240" cy="73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Kết quả </a:t>
            </a:r>
            <a:r>
              <a:rPr lang="en-US" sz="2400">
                <a:solidFill>
                  <a:srgbClr val="92F7FF"/>
                </a:solidFill>
                <a:latin typeface="Orbitron"/>
              </a:rPr>
              <a:t>đạt được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" name="content_box">
            <a:extLst>
              <a:ext uri="{FF2B5EF4-FFF2-40B4-BE49-F238E27FC236}">
                <a16:creationId xmlns:a16="http://schemas.microsoft.com/office/drawing/2014/main" id="{E68EEF83-F9A4-2969-593A-ED1E04B26B59}"/>
              </a:ext>
            </a:extLst>
          </p:cNvPr>
          <p:cNvSpPr/>
          <p:nvPr/>
        </p:nvSpPr>
        <p:spPr>
          <a:xfrm>
            <a:off x="262105" y="1953525"/>
            <a:ext cx="7615226" cy="29380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>
            <a:defPPr>
              <a:defRPr lang="vi-V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Giao diện đầy đủ cho người dùng và quản trị viên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>
                <a:solidFill>
                  <a:srgbClr val="92F7FF"/>
                </a:solidFill>
                <a:latin typeface="Archivo Light"/>
              </a:rPr>
              <a:t>Các chức tính năng chính được thử nghiệm thành công</a:t>
            </a:r>
            <a:endParaRPr lang="vi-VN" sz="1600" b="0">
              <a:solidFill>
                <a:srgbClr val="92F7FF"/>
              </a:solidFill>
              <a:latin typeface="Archivo Light"/>
            </a:endParaRPr>
          </a:p>
          <a:p>
            <a:pPr marL="6286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1600" b="0">
                <a:solidFill>
                  <a:srgbClr val="92F7FF"/>
                </a:solidFill>
                <a:latin typeface="Archivo Light"/>
              </a:rPr>
              <a:t>Hạn chế: </a:t>
            </a: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Đã tích hợp VNPay ở môi trường 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thử nghiệm</a:t>
            </a: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, chưa triển khai với tài khoản 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đối tác kinh doanh </a:t>
            </a: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(merchant) thật; chưa tích hợp thêm cổng thanh toán MoMo.</a:t>
            </a:r>
          </a:p>
          <a:p>
            <a:pPr marL="628650" indent="-285750" defTabSz="91440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vi-VN" sz="1600" b="0">
              <a:solidFill>
                <a:srgbClr val="92F7FF"/>
              </a:solidFill>
              <a:latin typeface="Archivo Light"/>
            </a:endParaRPr>
          </a:p>
        </p:txBody>
      </p:sp>
    </p:spTree>
    <p:extLst>
      <p:ext uri="{BB962C8B-B14F-4D97-AF65-F5344CB8AC3E}">
        <p14:creationId xmlns:p14="http://schemas.microsoft.com/office/powerpoint/2010/main" val="1627385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78"/>
          <p:cNvSpPr/>
          <p:nvPr/>
        </p:nvSpPr>
        <p:spPr>
          <a:xfrm>
            <a:off x="619200" y="619200"/>
            <a:ext cx="7905240" cy="73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92F7FF"/>
                </a:solidFill>
                <a:effectLst/>
                <a:uFillTx/>
                <a:latin typeface="Orbitron"/>
              </a:rPr>
              <a:t>Hướng phát triển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" name="content_box">
            <a:extLst>
              <a:ext uri="{FF2B5EF4-FFF2-40B4-BE49-F238E27FC236}">
                <a16:creationId xmlns:a16="http://schemas.microsoft.com/office/drawing/2014/main" id="{0616E217-3E21-A1D1-91E1-C70EBA2E9CD8}"/>
              </a:ext>
            </a:extLst>
          </p:cNvPr>
          <p:cNvSpPr/>
          <p:nvPr/>
        </p:nvSpPr>
        <p:spPr>
          <a:xfrm>
            <a:off x="619200" y="1490309"/>
            <a:ext cx="7615226" cy="29380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>
            <a:defPPr>
              <a:defRPr lang="vi-V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Chuyển tích hợp VNPay từ môi trường 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thử nghiệm</a:t>
            </a: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 sang tài khoản 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đối tác kinh doanh</a:t>
            </a: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 thật; bổ sung tích hợp cổng thanh toán MoMo.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Bổ sung tính năng chat trực tiếp giữa người mua và người bán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.</a:t>
            </a:r>
            <a:endParaRPr lang="vi-VN" sz="1600">
              <a:solidFill>
                <a:schemeClr val="tx2">
                  <a:lumMod val="60000"/>
                  <a:lumOff val="40000"/>
                </a:schemeClr>
              </a:solidFill>
              <a:latin typeface="Archivo"/>
            </a:endParaRP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Tích hợp tính năng 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đánh giá</a:t>
            </a: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 sau mỗi giao dịch hoàn thành, 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đồng thời tích hợp tính điểm tín nhiệm dựa trên các đánh giá.</a:t>
            </a:r>
            <a:endParaRPr lang="vi-VN" sz="1600">
              <a:solidFill>
                <a:schemeClr val="tx2">
                  <a:lumMod val="60000"/>
                  <a:lumOff val="40000"/>
                </a:schemeClr>
              </a:solidFill>
              <a:latin typeface="Archivo"/>
            </a:endParaRP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Tối ưu hiệu năng truy vấn cơ sở dữ liệu bằng JOIN FETCH, caching (Redis) khi mở rộng quy mô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.</a:t>
            </a:r>
            <a:endParaRPr lang="vi-VN" sz="1600">
              <a:solidFill>
                <a:schemeClr val="tx2">
                  <a:lumMod val="60000"/>
                  <a:lumOff val="40000"/>
                </a:schemeClr>
              </a:solidFill>
              <a:latin typeface="Archivo"/>
            </a:endParaRP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Thực hiện kiểm thử tải để đánh giá khả năng chịu tải khi có nhiều người dùng đặt giá đồng thời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.</a:t>
            </a:r>
            <a:endParaRPr lang="vi-VN" sz="1600">
              <a:solidFill>
                <a:schemeClr val="tx2">
                  <a:lumMod val="60000"/>
                  <a:lumOff val="40000"/>
                </a:schemeClr>
              </a:solidFill>
              <a:latin typeface="Archivo"/>
            </a:endParaRP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vi-VN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Phát triển ứng dụng di động (mobile app) để tăng khả năng tiếp cận người dùng</a:t>
            </a:r>
            <a:r>
              <a:rPr 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Archivo"/>
              </a:rPr>
              <a:t>.</a:t>
            </a:r>
            <a:endParaRPr lang="vi-VN" sz="1600">
              <a:solidFill>
                <a:schemeClr val="tx2">
                  <a:lumMod val="60000"/>
                  <a:lumOff val="40000"/>
                </a:schemeClr>
              </a:solidFill>
              <a:latin typeface="Archiv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64421-3E66-1BA4-93C8-12E3156D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4CE2688D-A60B-1296-D2D0-561519C7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9026" y="1321974"/>
            <a:ext cx="4737100" cy="89693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5600" b="1" u="none" strike="noStrike">
                <a:solidFill>
                  <a:schemeClr val="accent1"/>
                </a:solidFill>
                <a:effectLst/>
                <a:uFillTx/>
                <a:latin typeface="Orbitron"/>
                <a:ea typeface="Orbitron"/>
              </a:rPr>
              <a:t>Thank you!</a:t>
            </a:r>
            <a:endParaRPr lang="fr-FR" sz="5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9118037-982C-BD17-51C1-0BD1FD66F835}"/>
              </a:ext>
            </a:extLst>
          </p:cNvPr>
          <p:cNvSpPr/>
          <p:nvPr/>
        </p:nvSpPr>
        <p:spPr>
          <a:xfrm>
            <a:off x="168759" y="2422687"/>
            <a:ext cx="8305440" cy="12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>
            <a:defPPr>
              <a:defRPr lang="vi-V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</a:pPr>
            <a:r>
              <a:rPr lang="vi-VN" sz="1600" b="0">
                <a:solidFill>
                  <a:srgbClr val="FFFFFF"/>
                </a:solidFill>
                <a:latin typeface="Archivo Light"/>
              </a:rPr>
              <a:t>GVHD: ThS. Ngô Thanh Huy</a:t>
            </a:r>
          </a:p>
          <a:p>
            <a:pPr algn="ctr">
              <a:lnSpc>
                <a:spcPct val="130000"/>
              </a:lnSpc>
            </a:pPr>
            <a:r>
              <a:rPr lang="vi-VN" sz="1600" b="0">
                <a:solidFill>
                  <a:srgbClr val="FFFFFF"/>
                </a:solidFill>
                <a:latin typeface="Archivo Light"/>
              </a:rPr>
              <a:t>SVTH: Trương Nguyễn Tố Nguyên — MSSV: 110122127</a:t>
            </a:r>
          </a:p>
        </p:txBody>
      </p:sp>
    </p:spTree>
    <p:extLst>
      <p:ext uri="{BB962C8B-B14F-4D97-AF65-F5344CB8AC3E}">
        <p14:creationId xmlns:p14="http://schemas.microsoft.com/office/powerpoint/2010/main" val="3463057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irtual Metaverse Project Proposal by Slidesgo">
  <a:themeElements>
    <a:clrScheme name="Simple Light">
      <a:dk1>
        <a:srgbClr val="FFFFFF"/>
      </a:dk1>
      <a:lt1>
        <a:srgbClr val="0D092A"/>
      </a:lt1>
      <a:dk2>
        <a:srgbClr val="3333B8"/>
      </a:dk2>
      <a:lt2>
        <a:srgbClr val="35CFDB"/>
      </a:lt2>
      <a:accent1>
        <a:srgbClr val="92F7FF"/>
      </a:accent1>
      <a:accent2>
        <a:srgbClr val="3F3FD8"/>
      </a:accent2>
      <a:accent3>
        <a:srgbClr val="A6ABFF"/>
      </a:accent3>
      <a:accent4>
        <a:srgbClr val="0F89A5"/>
      </a:accent4>
      <a:accent5>
        <a:srgbClr val="EDDEFF"/>
      </a:accent5>
      <a:accent6>
        <a:srgbClr val="09066A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1118</TotalTime>
  <Words>646</Words>
  <Application>Microsoft Office PowerPoint</Application>
  <PresentationFormat>On-screen Show (16:9)</PresentationFormat>
  <Paragraphs>79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Archivo</vt:lpstr>
      <vt:lpstr>Archivo Light</vt:lpstr>
      <vt:lpstr>Arial</vt:lpstr>
      <vt:lpstr>Calibri</vt:lpstr>
      <vt:lpstr>OpenSymbol</vt:lpstr>
      <vt:lpstr>Orbitron</vt:lpstr>
      <vt:lpstr>Symbol</vt:lpstr>
      <vt:lpstr>Wingdings</vt:lpstr>
      <vt:lpstr>Virtual Metaverse Project Proposal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HP</dc:creator>
  <cp:lastModifiedBy>Truong Nguyen To Nguyen</cp:lastModifiedBy>
  <cp:revision>16</cp:revision>
  <dcterms:modified xsi:type="dcterms:W3CDTF">2026-07-22T15:29:57Z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2026-06-29T12:33:49Z</dcterms:created>
  <dc:creator>Unknown Creator</dc:creator>
  <dc:description/>
  <dc:language>en-US</dc:language>
  <cp:lastModifiedBy>Unknown Creator</cp:lastModifiedBy>
  <dcterms:modified xsi:type="dcterms:W3CDTF">2026-06-29T12:33:49Z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